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147481731" r:id="rId5"/>
    <p:sldId id="2147481727" r:id="rId6"/>
    <p:sldId id="2147481729" r:id="rId7"/>
    <p:sldId id="2147481733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BAF937-7343-4C4F-9328-D099C0B47A7A}" v="190" dt="2026-02-23T12:45:33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hissa Jimenez Ana" userId="63adef9f-c441-4704-b015-2b157aa35549" providerId="ADAL" clId="{73D857AA-6BB2-40EE-BDF8-0ED4F45950B8}"/>
    <pc:docChg chg="undo redo custSel addSld delSld modSld">
      <pc:chgData name="Pahissa Jimenez Ana" userId="63adef9f-c441-4704-b015-2b157aa35549" providerId="ADAL" clId="{73D857AA-6BB2-40EE-BDF8-0ED4F45950B8}" dt="2026-02-24T07:57:47.162" v="5380" actId="14100"/>
      <pc:docMkLst>
        <pc:docMk/>
      </pc:docMkLst>
      <pc:sldChg chg="addSp delSp modSp mod">
        <pc:chgData name="Pahissa Jimenez Ana" userId="63adef9f-c441-4704-b015-2b157aa35549" providerId="ADAL" clId="{73D857AA-6BB2-40EE-BDF8-0ED4F45950B8}" dt="2026-02-24T07:57:47.162" v="5380" actId="14100"/>
        <pc:sldMkLst>
          <pc:docMk/>
          <pc:sldMk cId="2480652960" sldId="2147481727"/>
        </pc:sldMkLst>
        <pc:spChg chg="mod">
          <ac:chgData name="Pahissa Jimenez Ana" userId="63adef9f-c441-4704-b015-2b157aa35549" providerId="ADAL" clId="{73D857AA-6BB2-40EE-BDF8-0ED4F45950B8}" dt="2026-02-24T07:57:47.162" v="5380" actId="14100"/>
          <ac:spMkLst>
            <pc:docMk/>
            <pc:sldMk cId="2480652960" sldId="2147481727"/>
            <ac:spMk id="2" creationId="{C07648E3-4F58-F7BF-081C-74416D607406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46" creationId="{0C698681-0A24-CEDA-E9A5-4228698EEE2E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53" creationId="{ED703ADC-C6CB-9A24-855B-CB2C1E71416A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54" creationId="{C752F999-69EE-1AC3-DBE6-924487F6220E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60" creationId="{BF54708A-D360-591B-2B9A-5304C41EECD2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62" creationId="{C44CEC8E-4357-AC41-A2F1-4F75D0581818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194" creationId="{ED270D75-1DF3-6324-4021-1E83202F5345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201" creationId="{386B5425-9D01-F0FF-2A4C-F66547E928B7}"/>
          </ac:spMkLst>
        </pc:spChg>
        <pc:spChg chg="mod">
          <ac:chgData name="Pahissa Jimenez Ana" userId="63adef9f-c441-4704-b015-2b157aa35549" providerId="ADAL" clId="{73D857AA-6BB2-40EE-BDF8-0ED4F45950B8}" dt="2026-02-17T09:16:38.336" v="3954" actId="14100"/>
          <ac:spMkLst>
            <pc:docMk/>
            <pc:sldMk cId="2480652960" sldId="2147481727"/>
            <ac:spMk id="203" creationId="{0A335E81-74FA-3E11-47E1-CBC19B7E4F4D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210" creationId="{C76132A6-6F5E-3465-D9EC-41D6A4DD06A8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211" creationId="{C3468943-14B5-5FB7-CE98-5D310CD3241C}"/>
          </ac:spMkLst>
        </pc:spChg>
        <pc:spChg chg="mod">
          <ac:chgData name="Pahissa Jimenez Ana" userId="63adef9f-c441-4704-b015-2b157aa35549" providerId="ADAL" clId="{73D857AA-6BB2-40EE-BDF8-0ED4F45950B8}" dt="2026-02-24T07:56:23.791" v="5373" actId="1036"/>
          <ac:spMkLst>
            <pc:docMk/>
            <pc:sldMk cId="2480652960" sldId="2147481727"/>
            <ac:spMk id="213" creationId="{1856CCCF-924C-1EB0-0089-0BCB6936E455}"/>
          </ac:spMkLst>
        </pc:spChg>
        <pc:cxnChg chg="mod">
          <ac:chgData name="Pahissa Jimenez Ana" userId="63adef9f-c441-4704-b015-2b157aa35549" providerId="ADAL" clId="{73D857AA-6BB2-40EE-BDF8-0ED4F45950B8}" dt="2026-02-24T07:57:47.162" v="5380" actId="14100"/>
          <ac:cxnSpMkLst>
            <pc:docMk/>
            <pc:sldMk cId="2480652960" sldId="2147481727"/>
            <ac:cxnSpMk id="202" creationId="{D092A513-66E8-4289-EDBB-E615630E11A9}"/>
          </ac:cxnSpMkLst>
        </pc:cxnChg>
      </pc:sldChg>
      <pc:sldChg chg="addSp delSp modSp mod">
        <pc:chgData name="Pahissa Jimenez Ana" userId="63adef9f-c441-4704-b015-2b157aa35549" providerId="ADAL" clId="{73D857AA-6BB2-40EE-BDF8-0ED4F45950B8}" dt="2026-02-24T07:56:55.573" v="5376" actId="6549"/>
        <pc:sldMkLst>
          <pc:docMk/>
          <pc:sldMk cId="2186958754" sldId="2147481729"/>
        </pc:sldMkLst>
        <pc:spChg chg="mod">
          <ac:chgData name="Pahissa Jimenez Ana" userId="63adef9f-c441-4704-b015-2b157aa35549" providerId="ADAL" clId="{73D857AA-6BB2-40EE-BDF8-0ED4F45950B8}" dt="2026-02-24T07:56:55.573" v="5376" actId="6549"/>
          <ac:spMkLst>
            <pc:docMk/>
            <pc:sldMk cId="2186958754" sldId="2147481729"/>
            <ac:spMk id="2" creationId="{7D92562D-82C3-5251-E260-5A115AD03F65}"/>
          </ac:spMkLst>
        </pc:spChg>
        <pc:spChg chg="mod">
          <ac:chgData name="Pahissa Jimenez Ana" userId="63adef9f-c441-4704-b015-2b157aa35549" providerId="ADAL" clId="{73D857AA-6BB2-40EE-BDF8-0ED4F45950B8}" dt="2026-02-17T09:16:58.529" v="3970" actId="20577"/>
          <ac:spMkLst>
            <pc:docMk/>
            <pc:sldMk cId="2186958754" sldId="2147481729"/>
            <ac:spMk id="203" creationId="{F9F7F014-EA93-0CA1-196E-09849464AFD7}"/>
          </ac:spMkLst>
        </pc:spChg>
        <pc:picChg chg="mod modCrop">
          <ac:chgData name="Pahissa Jimenez Ana" userId="63adef9f-c441-4704-b015-2b157aa35549" providerId="ADAL" clId="{73D857AA-6BB2-40EE-BDF8-0ED4F45950B8}" dt="2026-02-17T09:17:09.868" v="3971" actId="732"/>
          <ac:picMkLst>
            <pc:docMk/>
            <pc:sldMk cId="2186958754" sldId="2147481729"/>
            <ac:picMk id="7" creationId="{ADF83E2D-DF7D-5F16-6B86-C5EE397B6E72}"/>
          </ac:picMkLst>
        </pc:picChg>
      </pc:sldChg>
      <pc:sldChg chg="addSp delSp modSp add mod">
        <pc:chgData name="Pahissa Jimenez Ana" userId="63adef9f-c441-4704-b015-2b157aa35549" providerId="ADAL" clId="{73D857AA-6BB2-40EE-BDF8-0ED4F45950B8}" dt="2026-02-24T07:57:42.261" v="5379" actId="14100"/>
        <pc:sldMkLst>
          <pc:docMk/>
          <pc:sldMk cId="901222958" sldId="2147481731"/>
        </pc:sldMkLst>
        <pc:spChg chg="mod">
          <ac:chgData name="Pahissa Jimenez Ana" userId="63adef9f-c441-4704-b015-2b157aa35549" providerId="ADAL" clId="{73D857AA-6BB2-40EE-BDF8-0ED4F45950B8}" dt="2026-02-24T07:57:42.261" v="5379" actId="14100"/>
          <ac:spMkLst>
            <pc:docMk/>
            <pc:sldMk cId="901222958" sldId="2147481731"/>
            <ac:spMk id="2" creationId="{5509CC93-9C00-629A-0957-9B578CFB6EB8}"/>
          </ac:spMkLst>
        </pc:spChg>
        <pc:spChg chg="mod">
          <ac:chgData name="Pahissa Jimenez Ana" userId="63adef9f-c441-4704-b015-2b157aa35549" providerId="ADAL" clId="{73D857AA-6BB2-40EE-BDF8-0ED4F45950B8}" dt="2026-02-17T09:15:17.231" v="3945" actId="20577"/>
          <ac:spMkLst>
            <pc:docMk/>
            <pc:sldMk cId="901222958" sldId="2147481731"/>
            <ac:spMk id="49" creationId="{7E0F5249-FFC2-161F-81A8-C903E94644F9}"/>
          </ac:spMkLst>
        </pc:spChg>
        <pc:spChg chg="mod">
          <ac:chgData name="Pahissa Jimenez Ana" userId="63adef9f-c441-4704-b015-2b157aa35549" providerId="ADAL" clId="{73D857AA-6BB2-40EE-BDF8-0ED4F45950B8}" dt="2026-02-17T09:16:06.987" v="3949" actId="20577"/>
          <ac:spMkLst>
            <pc:docMk/>
            <pc:sldMk cId="901222958" sldId="2147481731"/>
            <ac:spMk id="201" creationId="{5E3C4671-8030-27A2-97DB-C08BEC7E01DB}"/>
          </ac:spMkLst>
        </pc:spChg>
        <pc:picChg chg="mod modCrop">
          <ac:chgData name="Pahissa Jimenez Ana" userId="63adef9f-c441-4704-b015-2b157aa35549" providerId="ADAL" clId="{73D857AA-6BB2-40EE-BDF8-0ED4F45950B8}" dt="2026-02-17T09:15:39.056" v="3946" actId="732"/>
          <ac:picMkLst>
            <pc:docMk/>
            <pc:sldMk cId="901222958" sldId="2147481731"/>
            <ac:picMk id="3" creationId="{4F13926A-54BC-AE3A-E41E-A300102D8AF2}"/>
          </ac:picMkLst>
        </pc:picChg>
        <pc:cxnChg chg="mod">
          <ac:chgData name="Pahissa Jimenez Ana" userId="63adef9f-c441-4704-b015-2b157aa35549" providerId="ADAL" clId="{73D857AA-6BB2-40EE-BDF8-0ED4F45950B8}" dt="2026-02-24T07:57:42.261" v="5379" actId="14100"/>
          <ac:cxnSpMkLst>
            <pc:docMk/>
            <pc:sldMk cId="901222958" sldId="2147481731"/>
            <ac:cxnSpMk id="54" creationId="{CA18984D-75C1-7D74-A42F-5FAC685CFF8C}"/>
          </ac:cxnSpMkLst>
        </pc:cxnChg>
        <pc:cxnChg chg="mod">
          <ac:chgData name="Pahissa Jimenez Ana" userId="63adef9f-c441-4704-b015-2b157aa35549" providerId="ADAL" clId="{73D857AA-6BB2-40EE-BDF8-0ED4F45950B8}" dt="2026-02-24T07:57:42.261" v="5379" actId="14100"/>
          <ac:cxnSpMkLst>
            <pc:docMk/>
            <pc:sldMk cId="901222958" sldId="2147481731"/>
            <ac:cxnSpMk id="336" creationId="{F9C2AA54-C0E5-E1D3-078D-6D14D87DC000}"/>
          </ac:cxnSpMkLst>
        </pc:cxnChg>
      </pc:sldChg>
      <pc:sldChg chg="addSp delSp modSp add mod">
        <pc:chgData name="Pahissa Jimenez Ana" userId="63adef9f-c441-4704-b015-2b157aa35549" providerId="ADAL" clId="{73D857AA-6BB2-40EE-BDF8-0ED4F45950B8}" dt="2026-02-23T12:48:41.219" v="5346" actId="1076"/>
        <pc:sldMkLst>
          <pc:docMk/>
          <pc:sldMk cId="971006269" sldId="2147481733"/>
        </pc:sldMkLst>
        <pc:spChg chg="add mod">
          <ac:chgData name="Pahissa Jimenez Ana" userId="63adef9f-c441-4704-b015-2b157aa35549" providerId="ADAL" clId="{73D857AA-6BB2-40EE-BDF8-0ED4F45950B8}" dt="2026-02-23T12:48:41.219" v="5346" actId="1076"/>
          <ac:spMkLst>
            <pc:docMk/>
            <pc:sldMk cId="971006269" sldId="2147481733"/>
            <ac:spMk id="4" creationId="{E0C378F7-DA1D-92BA-EA58-ADED18E99254}"/>
          </ac:spMkLst>
        </pc:spChg>
        <pc:spChg chg="mod">
          <ac:chgData name="Pahissa Jimenez Ana" userId="63adef9f-c441-4704-b015-2b157aa35549" providerId="ADAL" clId="{73D857AA-6BB2-40EE-BDF8-0ED4F45950B8}" dt="2026-02-17T14:37:45.438" v="5320" actId="207"/>
          <ac:spMkLst>
            <pc:docMk/>
            <pc:sldMk cId="971006269" sldId="2147481733"/>
            <ac:spMk id="6" creationId="{6F5FFD0D-8D10-965A-5171-7E28E3FB3C4B}"/>
          </ac:spMkLst>
        </pc:spChg>
        <pc:spChg chg="mod">
          <ac:chgData name="Pahissa Jimenez Ana" userId="63adef9f-c441-4704-b015-2b157aa35549" providerId="ADAL" clId="{73D857AA-6BB2-40EE-BDF8-0ED4F45950B8}" dt="2026-02-23T12:46:38.557" v="5340" actId="1076"/>
          <ac:spMkLst>
            <pc:docMk/>
            <pc:sldMk cId="971006269" sldId="2147481733"/>
            <ac:spMk id="7" creationId="{350CE84B-B9FF-F8C9-B9E5-C94052227ABB}"/>
          </ac:spMkLst>
        </pc:spChg>
        <pc:spChg chg="mod">
          <ac:chgData name="Pahissa Jimenez Ana" userId="63adef9f-c441-4704-b015-2b157aa35549" providerId="ADAL" clId="{73D857AA-6BB2-40EE-BDF8-0ED4F45950B8}" dt="2026-02-23T12:48:32.376" v="5344" actId="1076"/>
          <ac:spMkLst>
            <pc:docMk/>
            <pc:sldMk cId="971006269" sldId="2147481733"/>
            <ac:spMk id="8" creationId="{F9F9064C-DD33-E780-EE21-A42209322BFF}"/>
          </ac:spMkLst>
        </pc:spChg>
        <pc:spChg chg="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10" creationId="{8305590C-2CFC-2911-423D-3ADF4AA885E6}"/>
          </ac:spMkLst>
        </pc:spChg>
        <pc:spChg chg="add mod">
          <ac:chgData name="Pahissa Jimenez Ana" userId="63adef9f-c441-4704-b015-2b157aa35549" providerId="ADAL" clId="{73D857AA-6BB2-40EE-BDF8-0ED4F45950B8}" dt="2026-02-17T14:38:19.779" v="5321" actId="207"/>
          <ac:spMkLst>
            <pc:docMk/>
            <pc:sldMk cId="971006269" sldId="2147481733"/>
            <ac:spMk id="13" creationId="{1CA48417-3236-B335-EE04-3FE5A1ADD652}"/>
          </ac:spMkLst>
        </pc:spChg>
        <pc:spChg chg="add mod">
          <ac:chgData name="Pahissa Jimenez Ana" userId="63adef9f-c441-4704-b015-2b157aa35549" providerId="ADAL" clId="{73D857AA-6BB2-40EE-BDF8-0ED4F45950B8}" dt="2026-02-17T12:28:12.235" v="5166" actId="1076"/>
          <ac:spMkLst>
            <pc:docMk/>
            <pc:sldMk cId="971006269" sldId="2147481733"/>
            <ac:spMk id="14" creationId="{7793A427-6A1D-F397-F732-7D122D984350}"/>
          </ac:spMkLst>
        </pc:spChg>
        <pc:spChg chg="add mod">
          <ac:chgData name="Pahissa Jimenez Ana" userId="63adef9f-c441-4704-b015-2b157aa35549" providerId="ADAL" clId="{73D857AA-6BB2-40EE-BDF8-0ED4F45950B8}" dt="2026-02-17T14:36:56.365" v="5317" actId="207"/>
          <ac:spMkLst>
            <pc:docMk/>
            <pc:sldMk cId="971006269" sldId="2147481733"/>
            <ac:spMk id="16" creationId="{C6138CDB-88F1-EB38-B934-10FC9ED83EC1}"/>
          </ac:spMkLst>
        </pc:spChg>
        <pc:spChg chg="mod">
          <ac:chgData name="Pahissa Jimenez Ana" userId="63adef9f-c441-4704-b015-2b157aa35549" providerId="ADAL" clId="{73D857AA-6BB2-40EE-BDF8-0ED4F45950B8}" dt="2026-02-17T10:12:36.303" v="4444" actId="6549"/>
          <ac:spMkLst>
            <pc:docMk/>
            <pc:sldMk cId="971006269" sldId="2147481733"/>
            <ac:spMk id="21" creationId="{6199C3BB-26F1-3BA3-3BC9-27CCF844157C}"/>
          </ac:spMkLst>
        </pc:spChg>
        <pc:spChg chg="add mod">
          <ac:chgData name="Pahissa Jimenez Ana" userId="63adef9f-c441-4704-b015-2b157aa35549" providerId="ADAL" clId="{73D857AA-6BB2-40EE-BDF8-0ED4F45950B8}" dt="2026-02-17T12:28:32.851" v="5205" actId="1076"/>
          <ac:spMkLst>
            <pc:docMk/>
            <pc:sldMk cId="971006269" sldId="2147481733"/>
            <ac:spMk id="22" creationId="{38947E95-65D9-A3D0-BE1B-35633E0F33E7}"/>
          </ac:spMkLst>
        </pc:spChg>
        <pc:spChg chg="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34" creationId="{8FFDF553-9399-FD9E-F4ED-E93229D62984}"/>
          </ac:spMkLst>
        </pc:spChg>
        <pc:spChg chg="add 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37" creationId="{2414FE79-E494-146E-22A0-2A26FE9CA1E9}"/>
          </ac:spMkLst>
        </pc:spChg>
        <pc:spChg chg="add mod">
          <ac:chgData name="Pahissa Jimenez Ana" userId="63adef9f-c441-4704-b015-2b157aa35549" providerId="ADAL" clId="{73D857AA-6BB2-40EE-BDF8-0ED4F45950B8}" dt="2026-02-17T12:28:54.602" v="5266" actId="1038"/>
          <ac:spMkLst>
            <pc:docMk/>
            <pc:sldMk cId="971006269" sldId="2147481733"/>
            <ac:spMk id="38" creationId="{568F72CA-6AE0-6929-BEDE-D69F7B31F66A}"/>
          </ac:spMkLst>
        </pc:spChg>
        <pc:spChg chg="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40" creationId="{FD494BEB-29FD-31ED-8879-3D4EFB178326}"/>
          </ac:spMkLst>
        </pc:spChg>
        <pc:spChg chg="add mod">
          <ac:chgData name="Pahissa Jimenez Ana" userId="63adef9f-c441-4704-b015-2b157aa35549" providerId="ADAL" clId="{73D857AA-6BB2-40EE-BDF8-0ED4F45950B8}" dt="2026-02-17T12:07:10.727" v="4743" actId="1076"/>
          <ac:spMkLst>
            <pc:docMk/>
            <pc:sldMk cId="971006269" sldId="2147481733"/>
            <ac:spMk id="42" creationId="{57C96107-99CF-03D9-BA05-B1CC7C1BCF46}"/>
          </ac:spMkLst>
        </pc:spChg>
        <pc:spChg chg="add mod">
          <ac:chgData name="Pahissa Jimenez Ana" userId="63adef9f-c441-4704-b015-2b157aa35549" providerId="ADAL" clId="{73D857AA-6BB2-40EE-BDF8-0ED4F45950B8}" dt="2026-02-17T10:12:13.456" v="4434" actId="1036"/>
          <ac:spMkLst>
            <pc:docMk/>
            <pc:sldMk cId="971006269" sldId="2147481733"/>
            <ac:spMk id="59" creationId="{5217F23E-E594-AA62-FFD8-966E728C6190}"/>
          </ac:spMkLst>
        </pc:spChg>
        <pc:spChg chg="add mod">
          <ac:chgData name="Pahissa Jimenez Ana" userId="63adef9f-c441-4704-b015-2b157aa35549" providerId="ADAL" clId="{73D857AA-6BB2-40EE-BDF8-0ED4F45950B8}" dt="2026-02-17T10:07:48.860" v="4296" actId="1076"/>
          <ac:spMkLst>
            <pc:docMk/>
            <pc:sldMk cId="971006269" sldId="2147481733"/>
            <ac:spMk id="60" creationId="{D323A6A1-20C5-4984-5D86-B23CA6ACD0DD}"/>
          </ac:spMkLst>
        </pc:spChg>
        <pc:spChg chg="add mod">
          <ac:chgData name="Pahissa Jimenez Ana" userId="63adef9f-c441-4704-b015-2b157aa35549" providerId="ADAL" clId="{73D857AA-6BB2-40EE-BDF8-0ED4F45950B8}" dt="2026-02-17T12:27:19.880" v="5095" actId="1035"/>
          <ac:spMkLst>
            <pc:docMk/>
            <pc:sldMk cId="971006269" sldId="2147481733"/>
            <ac:spMk id="61" creationId="{74728F7F-1917-59BA-95C0-1F4864230DB4}"/>
          </ac:spMkLst>
        </pc:spChg>
        <pc:spChg chg="add mod">
          <ac:chgData name="Pahissa Jimenez Ana" userId="63adef9f-c441-4704-b015-2b157aa35549" providerId="ADAL" clId="{73D857AA-6BB2-40EE-BDF8-0ED4F45950B8}" dt="2026-02-17T12:29:42.958" v="5284" actId="1076"/>
          <ac:spMkLst>
            <pc:docMk/>
            <pc:sldMk cId="971006269" sldId="2147481733"/>
            <ac:spMk id="198" creationId="{92F4CE51-58DB-DDBE-0AFB-899E11B8C2E3}"/>
          </ac:spMkLst>
        </pc:spChg>
        <pc:spChg chg="add mod">
          <ac:chgData name="Pahissa Jimenez Ana" userId="63adef9f-c441-4704-b015-2b157aa35549" providerId="ADAL" clId="{73D857AA-6BB2-40EE-BDF8-0ED4F45950B8}" dt="2026-02-17T12:27:31.185" v="5097" actId="1076"/>
          <ac:spMkLst>
            <pc:docMk/>
            <pc:sldMk cId="971006269" sldId="2147481733"/>
            <ac:spMk id="200" creationId="{4AA6B80A-13A0-8069-D850-EA875748A5B8}"/>
          </ac:spMkLst>
        </pc:spChg>
        <pc:spChg chg="add mod">
          <ac:chgData name="Pahissa Jimenez Ana" userId="63adef9f-c441-4704-b015-2b157aa35549" providerId="ADAL" clId="{73D857AA-6BB2-40EE-BDF8-0ED4F45950B8}" dt="2026-02-17T12:30:33.078" v="5311" actId="1036"/>
          <ac:spMkLst>
            <pc:docMk/>
            <pc:sldMk cId="971006269" sldId="2147481733"/>
            <ac:spMk id="205" creationId="{8E06582B-A889-0BC0-C3AC-6FAD8CB647AE}"/>
          </ac:spMkLst>
        </pc:spChg>
        <pc:spChg chg="add 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212" creationId="{A331CE89-3F0B-70CA-1900-A6219F6F53F5}"/>
          </ac:spMkLst>
        </pc:spChg>
        <pc:spChg chg="mod">
          <ac:chgData name="Pahissa Jimenez Ana" userId="63adef9f-c441-4704-b015-2b157aa35549" providerId="ADAL" clId="{73D857AA-6BB2-40EE-BDF8-0ED4F45950B8}" dt="2026-02-17T11:20:43.288" v="4659"/>
          <ac:spMkLst>
            <pc:docMk/>
            <pc:sldMk cId="971006269" sldId="2147481733"/>
            <ac:spMk id="217" creationId="{2F65F68F-6CC8-CAE9-AF5B-4282CAB849FF}"/>
          </ac:spMkLst>
        </pc:spChg>
        <pc:spChg chg="mod">
          <ac:chgData name="Pahissa Jimenez Ana" userId="63adef9f-c441-4704-b015-2b157aa35549" providerId="ADAL" clId="{73D857AA-6BB2-40EE-BDF8-0ED4F45950B8}" dt="2026-02-17T11:20:43.288" v="4659"/>
          <ac:spMkLst>
            <pc:docMk/>
            <pc:sldMk cId="971006269" sldId="2147481733"/>
            <ac:spMk id="218" creationId="{0A38F9C3-AF43-33F5-9735-84A3812CD1E1}"/>
          </ac:spMkLst>
        </pc:spChg>
        <pc:spChg chg="add mod">
          <ac:chgData name="Pahissa Jimenez Ana" userId="63adef9f-c441-4704-b015-2b157aa35549" providerId="ADAL" clId="{73D857AA-6BB2-40EE-BDF8-0ED4F45950B8}" dt="2026-02-17T12:07:42.799" v="4778" actId="20577"/>
          <ac:spMkLst>
            <pc:docMk/>
            <pc:sldMk cId="971006269" sldId="2147481733"/>
            <ac:spMk id="235" creationId="{38E93C5E-1C01-534F-E26A-26AE0A6327EE}"/>
          </ac:spMkLst>
        </pc:spChg>
        <pc:spChg chg="add mod">
          <ac:chgData name="Pahissa Jimenez Ana" userId="63adef9f-c441-4704-b015-2b157aa35549" providerId="ADAL" clId="{73D857AA-6BB2-40EE-BDF8-0ED4F45950B8}" dt="2026-02-17T12:10:33.440" v="4907" actId="1076"/>
          <ac:spMkLst>
            <pc:docMk/>
            <pc:sldMk cId="971006269" sldId="2147481733"/>
            <ac:spMk id="321" creationId="{4E4276EC-9E0D-7F29-D907-57450CAFD940}"/>
          </ac:spMkLst>
        </pc:spChg>
        <pc:spChg chg="add 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322" creationId="{DA49CDA4-D64D-CE38-64BE-639D7895BAB0}"/>
          </ac:spMkLst>
        </pc:spChg>
        <pc:spChg chg="add mod">
          <ac:chgData name="Pahissa Jimenez Ana" userId="63adef9f-c441-4704-b015-2b157aa35549" providerId="ADAL" clId="{73D857AA-6BB2-40EE-BDF8-0ED4F45950B8}" dt="2026-02-17T12:29:13.172" v="5272" actId="1076"/>
          <ac:spMkLst>
            <pc:docMk/>
            <pc:sldMk cId="971006269" sldId="2147481733"/>
            <ac:spMk id="323" creationId="{5B1F0416-BCD5-5E29-EB44-1AD30CD96FEA}"/>
          </ac:spMkLst>
        </pc:spChg>
        <pc:spChg chg="add mod">
          <ac:chgData name="Pahissa Jimenez Ana" userId="63adef9f-c441-4704-b015-2b157aa35549" providerId="ADAL" clId="{73D857AA-6BB2-40EE-BDF8-0ED4F45950B8}" dt="2026-02-17T12:29:56.430" v="5303" actId="1037"/>
          <ac:spMkLst>
            <pc:docMk/>
            <pc:sldMk cId="971006269" sldId="2147481733"/>
            <ac:spMk id="325" creationId="{8129C14A-B5DF-3205-77AE-96B5E9D7B8D1}"/>
          </ac:spMkLst>
        </pc:spChg>
        <pc:spChg chg="add mod">
          <ac:chgData name="Pahissa Jimenez Ana" userId="63adef9f-c441-4704-b015-2b157aa35549" providerId="ADAL" clId="{73D857AA-6BB2-40EE-BDF8-0ED4F45950B8}" dt="2026-02-17T12:30:59.048" v="5313" actId="1076"/>
          <ac:spMkLst>
            <pc:docMk/>
            <pc:sldMk cId="971006269" sldId="2147481733"/>
            <ac:spMk id="341" creationId="{BBC576C2-A83E-2E19-4918-4BBAD89B0458}"/>
          </ac:spMkLst>
        </pc:spChg>
        <pc:spChg chg="mod">
          <ac:chgData name="Pahissa Jimenez Ana" userId="63adef9f-c441-4704-b015-2b157aa35549" providerId="ADAL" clId="{73D857AA-6BB2-40EE-BDF8-0ED4F45950B8}" dt="2026-02-17T12:26:54.696" v="5057" actId="1035"/>
          <ac:spMkLst>
            <pc:docMk/>
            <pc:sldMk cId="971006269" sldId="2147481733"/>
            <ac:spMk id="350" creationId="{19FFA670-1104-42CE-1E0F-0770D8FCA524}"/>
          </ac:spMkLst>
        </pc:spChg>
        <pc:spChg chg="mod">
          <ac:chgData name="Pahissa Jimenez Ana" userId="63adef9f-c441-4704-b015-2b157aa35549" providerId="ADAL" clId="{73D857AA-6BB2-40EE-BDF8-0ED4F45950B8}" dt="2026-02-17T10:11:59.860" v="4408" actId="1036"/>
          <ac:spMkLst>
            <pc:docMk/>
            <pc:sldMk cId="971006269" sldId="2147481733"/>
            <ac:spMk id="351" creationId="{295FAB9B-C7F9-F08A-885F-737D5E869AF8}"/>
          </ac:spMkLst>
        </pc:spChg>
        <pc:spChg chg="mod">
          <ac:chgData name="Pahissa Jimenez Ana" userId="63adef9f-c441-4704-b015-2b157aa35549" providerId="ADAL" clId="{73D857AA-6BB2-40EE-BDF8-0ED4F45950B8}" dt="2026-02-17T10:11:59.860" v="4408" actId="1036"/>
          <ac:spMkLst>
            <pc:docMk/>
            <pc:sldMk cId="971006269" sldId="2147481733"/>
            <ac:spMk id="356" creationId="{ADAE1F2D-CEBB-42B4-4680-267011BFDEFC}"/>
          </ac:spMkLst>
        </pc:spChg>
        <pc:spChg chg="mod">
          <ac:chgData name="Pahissa Jimenez Ana" userId="63adef9f-c441-4704-b015-2b157aa35549" providerId="ADAL" clId="{73D857AA-6BB2-40EE-BDF8-0ED4F45950B8}" dt="2026-02-17T12:27:06.238" v="5078" actId="1036"/>
          <ac:spMkLst>
            <pc:docMk/>
            <pc:sldMk cId="971006269" sldId="2147481733"/>
            <ac:spMk id="362" creationId="{92F52139-7CB0-A4E1-8819-077319B601E3}"/>
          </ac:spMkLst>
        </pc:spChg>
        <pc:grpChg chg="mod">
          <ac:chgData name="Pahissa Jimenez Ana" userId="63adef9f-c441-4704-b015-2b157aa35549" providerId="ADAL" clId="{73D857AA-6BB2-40EE-BDF8-0ED4F45950B8}" dt="2026-02-17T12:30:06.090" v="5304" actId="1076"/>
          <ac:grpSpMkLst>
            <pc:docMk/>
            <pc:sldMk cId="971006269" sldId="2147481733"/>
            <ac:grpSpMk id="3" creationId="{3580D1A9-89F1-1FC7-A20F-597B14568DCD}"/>
          </ac:grpSpMkLst>
        </pc:grpChg>
        <pc:grpChg chg="add mod">
          <ac:chgData name="Pahissa Jimenez Ana" userId="63adef9f-c441-4704-b015-2b157aa35549" providerId="ADAL" clId="{73D857AA-6BB2-40EE-BDF8-0ED4F45950B8}" dt="2026-02-17T12:29:49.157" v="5291" actId="1036"/>
          <ac:grpSpMkLst>
            <pc:docMk/>
            <pc:sldMk cId="971006269" sldId="2147481733"/>
            <ac:grpSpMk id="216" creationId="{F7D3E938-A637-4FF9-3462-6E319499B4B0}"/>
          </ac:grpSpMkLst>
        </pc:grpChg>
        <pc:cxnChg chg="add mod">
          <ac:chgData name="Pahissa Jimenez Ana" userId="63adef9f-c441-4704-b015-2b157aa35549" providerId="ADAL" clId="{73D857AA-6BB2-40EE-BDF8-0ED4F45950B8}" dt="2026-02-17T12:27:10.742" v="5087" actId="1035"/>
          <ac:cxnSpMkLst>
            <pc:docMk/>
            <pc:sldMk cId="971006269" sldId="2147481733"/>
            <ac:cxnSpMk id="2" creationId="{02A24D5A-5446-51F5-CAC0-263532F16093}"/>
          </ac:cxnSpMkLst>
        </pc:cxnChg>
        <pc:cxnChg chg="add mod">
          <ac:chgData name="Pahissa Jimenez Ana" userId="63adef9f-c441-4704-b015-2b157aa35549" providerId="ADAL" clId="{73D857AA-6BB2-40EE-BDF8-0ED4F45950B8}" dt="2026-02-17T12:28:12.235" v="5166" actId="1076"/>
          <ac:cxnSpMkLst>
            <pc:docMk/>
            <pc:sldMk cId="971006269" sldId="2147481733"/>
            <ac:cxnSpMk id="15" creationId="{E4B22AF5-D7DC-2085-1088-441C620AA427}"/>
          </ac:cxnSpMkLst>
        </pc:cxnChg>
        <pc:cxnChg chg="add mod">
          <ac:chgData name="Pahissa Jimenez Ana" userId="63adef9f-c441-4704-b015-2b157aa35549" providerId="ADAL" clId="{73D857AA-6BB2-40EE-BDF8-0ED4F45950B8}" dt="2026-02-17T12:28:28.301" v="5204" actId="1038"/>
          <ac:cxnSpMkLst>
            <pc:docMk/>
            <pc:sldMk cId="971006269" sldId="2147481733"/>
            <ac:cxnSpMk id="20" creationId="{5B7949D8-7376-C533-3A7A-F42C495DCD3F}"/>
          </ac:cxnSpMkLst>
        </pc:cxnChg>
        <pc:cxnChg chg="mod">
          <ac:chgData name="Pahissa Jimenez Ana" userId="63adef9f-c441-4704-b015-2b157aa35549" providerId="ADAL" clId="{73D857AA-6BB2-40EE-BDF8-0ED4F45950B8}" dt="2026-02-17T10:10:59.157" v="4354" actId="1076"/>
          <ac:cxnSpMkLst>
            <pc:docMk/>
            <pc:sldMk cId="971006269" sldId="2147481733"/>
            <ac:cxnSpMk id="27" creationId="{892F9797-7734-2473-0554-8F545360EEF0}"/>
          </ac:cxnSpMkLst>
        </pc:cxnChg>
        <pc:cxnChg chg="add del mod">
          <ac:chgData name="Pahissa Jimenez Ana" userId="63adef9f-c441-4704-b015-2b157aa35549" providerId="ADAL" clId="{73D857AA-6BB2-40EE-BDF8-0ED4F45950B8}" dt="2026-02-17T12:27:06.238" v="5078" actId="1036"/>
          <ac:cxnSpMkLst>
            <pc:docMk/>
            <pc:sldMk cId="971006269" sldId="2147481733"/>
            <ac:cxnSpMk id="31" creationId="{A02705B9-146E-E83F-6720-D79E825343FE}"/>
          </ac:cxnSpMkLst>
        </pc:cxnChg>
        <pc:cxnChg chg="add mod">
          <ac:chgData name="Pahissa Jimenez Ana" userId="63adef9f-c441-4704-b015-2b157aa35549" providerId="ADAL" clId="{73D857AA-6BB2-40EE-BDF8-0ED4F45950B8}" dt="2026-02-17T12:28:54.602" v="5266" actId="1038"/>
          <ac:cxnSpMkLst>
            <pc:docMk/>
            <pc:sldMk cId="971006269" sldId="2147481733"/>
            <ac:cxnSpMk id="39" creationId="{7B7DBCF1-6ACB-AA53-8B84-DFF7DC4EB698}"/>
          </ac:cxnSpMkLst>
        </pc:cxnChg>
        <pc:cxnChg chg="mod">
          <ac:chgData name="Pahissa Jimenez Ana" userId="63adef9f-c441-4704-b015-2b157aa35549" providerId="ADAL" clId="{73D857AA-6BB2-40EE-BDF8-0ED4F45950B8}" dt="2026-02-17T12:28:28.301" v="5204" actId="1038"/>
          <ac:cxnSpMkLst>
            <pc:docMk/>
            <pc:sldMk cId="971006269" sldId="2147481733"/>
            <ac:cxnSpMk id="41" creationId="{E16867D5-87E9-F985-C34A-6D6BC33942E3}"/>
          </ac:cxnSpMkLst>
        </pc:cxnChg>
        <pc:cxnChg chg="mod">
          <ac:chgData name="Pahissa Jimenez Ana" userId="63adef9f-c441-4704-b015-2b157aa35549" providerId="ADAL" clId="{73D857AA-6BB2-40EE-BDF8-0ED4F45950B8}" dt="2026-02-17T12:28:28.301" v="5204" actId="1038"/>
          <ac:cxnSpMkLst>
            <pc:docMk/>
            <pc:sldMk cId="971006269" sldId="2147481733"/>
            <ac:cxnSpMk id="44" creationId="{8767B258-14E4-3022-70B5-A91843BE9ED0}"/>
          </ac:cxnSpMkLst>
        </pc:cxnChg>
        <pc:cxnChg chg="add mod">
          <ac:chgData name="Pahissa Jimenez Ana" userId="63adef9f-c441-4704-b015-2b157aa35549" providerId="ADAL" clId="{73D857AA-6BB2-40EE-BDF8-0ED4F45950B8}" dt="2026-02-17T12:08:43.618" v="4790" actId="1076"/>
          <ac:cxnSpMkLst>
            <pc:docMk/>
            <pc:sldMk cId="971006269" sldId="2147481733"/>
            <ac:cxnSpMk id="193" creationId="{3ADA1A8B-3E94-DB1A-2759-5D0C50FE4913}"/>
          </ac:cxnSpMkLst>
        </pc:cxnChg>
        <pc:cxnChg chg="add mod">
          <ac:chgData name="Pahissa Jimenez Ana" userId="63adef9f-c441-4704-b015-2b157aa35549" providerId="ADAL" clId="{73D857AA-6BB2-40EE-BDF8-0ED4F45950B8}" dt="2026-02-17T12:29:35.637" v="5283" actId="14100"/>
          <ac:cxnSpMkLst>
            <pc:docMk/>
            <pc:sldMk cId="971006269" sldId="2147481733"/>
            <ac:cxnSpMk id="213" creationId="{01A82AA4-0BDC-83E6-54CF-36B601C454D9}"/>
          </ac:cxnSpMkLst>
        </pc:cxnChg>
        <pc:cxnChg chg="add mod">
          <ac:chgData name="Pahissa Jimenez Ana" userId="63adef9f-c441-4704-b015-2b157aa35549" providerId="ADAL" clId="{73D857AA-6BB2-40EE-BDF8-0ED4F45950B8}" dt="2026-02-17T12:28:54.602" v="5266" actId="1038"/>
          <ac:cxnSpMkLst>
            <pc:docMk/>
            <pc:sldMk cId="971006269" sldId="2147481733"/>
            <ac:cxnSpMk id="238" creationId="{ED4F5ADD-C148-4582-FDE8-C7A83830EEFB}"/>
          </ac:cxnSpMkLst>
        </pc:cxnChg>
        <pc:cxnChg chg="add mod">
          <ac:chgData name="Pahissa Jimenez Ana" userId="63adef9f-c441-4704-b015-2b157aa35549" providerId="ADAL" clId="{73D857AA-6BB2-40EE-BDF8-0ED4F45950B8}" dt="2026-02-17T12:27:10.742" v="5087" actId="1035"/>
          <ac:cxnSpMkLst>
            <pc:docMk/>
            <pc:sldMk cId="971006269" sldId="2147481733"/>
            <ac:cxnSpMk id="241" creationId="{93812B37-7A2C-7915-4755-39CEBD11D840}"/>
          </ac:cxnSpMkLst>
        </pc:cxnChg>
        <pc:cxnChg chg="add mod">
          <ac:chgData name="Pahissa Jimenez Ana" userId="63adef9f-c441-4704-b015-2b157aa35549" providerId="ADAL" clId="{73D857AA-6BB2-40EE-BDF8-0ED4F45950B8}" dt="2026-02-17T12:28:12.235" v="5166" actId="1076"/>
          <ac:cxnSpMkLst>
            <pc:docMk/>
            <pc:sldMk cId="971006269" sldId="2147481733"/>
            <ac:cxnSpMk id="326" creationId="{7CDD5537-6DB9-4A1B-873B-B8C98B9174FD}"/>
          </ac:cxnSpMkLst>
        </pc:cxnChg>
        <pc:cxnChg chg="add mod">
          <ac:chgData name="Pahissa Jimenez Ana" userId="63adef9f-c441-4704-b015-2b157aa35549" providerId="ADAL" clId="{73D857AA-6BB2-40EE-BDF8-0ED4F45950B8}" dt="2026-02-17T12:29:11.008" v="5271" actId="14100"/>
          <ac:cxnSpMkLst>
            <pc:docMk/>
            <pc:sldMk cId="971006269" sldId="2147481733"/>
            <ac:cxnSpMk id="333" creationId="{D903CB24-9AB3-8AB7-25BB-65BDA1B75C3C}"/>
          </ac:cxnSpMkLst>
        </pc:cxnChg>
        <pc:cxnChg chg="mod">
          <ac:chgData name="Pahissa Jimenez Ana" userId="63adef9f-c441-4704-b015-2b157aa35549" providerId="ADAL" clId="{73D857AA-6BB2-40EE-BDF8-0ED4F45950B8}" dt="2026-02-17T10:11:59.860" v="4408" actId="1036"/>
          <ac:cxnSpMkLst>
            <pc:docMk/>
            <pc:sldMk cId="971006269" sldId="2147481733"/>
            <ac:cxnSpMk id="353" creationId="{54127E37-8AC2-C5CE-5936-78FE632AE357}"/>
          </ac:cxnSpMkLst>
        </pc:cxnChg>
        <pc:cxnChg chg="mod">
          <ac:chgData name="Pahissa Jimenez Ana" userId="63adef9f-c441-4704-b015-2b157aa35549" providerId="ADAL" clId="{73D857AA-6BB2-40EE-BDF8-0ED4F45950B8}" dt="2026-02-17T12:30:12.433" v="5305" actId="14100"/>
          <ac:cxnSpMkLst>
            <pc:docMk/>
            <pc:sldMk cId="971006269" sldId="2147481733"/>
            <ac:cxnSpMk id="358" creationId="{6F58D9D7-0FE8-D47F-05A3-698A582A689C}"/>
          </ac:cxnSpMkLst>
        </pc:cxnChg>
        <pc:cxnChg chg="mod">
          <ac:chgData name="Pahissa Jimenez Ana" userId="63adef9f-c441-4704-b015-2b157aa35549" providerId="ADAL" clId="{73D857AA-6BB2-40EE-BDF8-0ED4F45950B8}" dt="2026-02-17T10:11:59.860" v="4408" actId="1036"/>
          <ac:cxnSpMkLst>
            <pc:docMk/>
            <pc:sldMk cId="971006269" sldId="2147481733"/>
            <ac:cxnSpMk id="374" creationId="{371E26B3-AB51-0210-75AE-7A27583D9C08}"/>
          </ac:cxnSpMkLst>
        </pc:cxnChg>
        <pc:cxnChg chg="mod">
          <ac:chgData name="Pahissa Jimenez Ana" userId="63adef9f-c441-4704-b015-2b157aa35549" providerId="ADAL" clId="{73D857AA-6BB2-40EE-BDF8-0ED4F45950B8}" dt="2026-02-17T12:27:06.238" v="5078" actId="1036"/>
          <ac:cxnSpMkLst>
            <pc:docMk/>
            <pc:sldMk cId="971006269" sldId="2147481733"/>
            <ac:cxnSpMk id="377" creationId="{A35EB4EE-9B1B-9EE6-8611-F18578093EF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4CC18-EFC5-44F5-BCBF-AB7F75D816CD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8F18A-F386-4088-8ED6-7F47412DA8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39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E7E76-DAE5-6AC5-DEA9-AE12486E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5A22B-5C7B-3E43-F8ED-81C1082B1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AFDAC-1F7C-9256-3246-5CBA719DE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D314A-A09A-DC5A-25A5-7E230110D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316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CD69C-23AC-4F03-3E4D-EFF5CE8A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F3F79-DD2E-5C2D-498F-18BEAAF09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519F9-C2AF-7B7E-3B7D-C1D5CF355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814C2-06FC-1506-0D35-2FD7D994F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88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8252-F002-9131-59EA-B991A0B70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5FFB0-FE98-3CCA-C57F-9BC2B21D3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7A346-2394-7946-DCB3-B7E2A764D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39C20-17B0-707D-B468-54D0DCDBC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69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872B-C9EE-2323-5E04-F708A3D6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88DEB-35CB-E758-57C9-2529AF300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50936-0FA2-F1FB-11B0-A3A8C2599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F1DE3-0299-3A16-D6FC-07FC4AD62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100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B1D6D-0B84-F01F-500C-D7BB295F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6CBB6A-20BC-75D4-F791-4333AD9B9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A1ACFE-C83D-E628-7AB7-EB47D1B3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F7A115-8CD0-7AFF-2D8B-C3C3663A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A283EE-5B0D-A71D-2A1C-7193C630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26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5C352-F6A3-F320-AFD1-5A001F38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01C35-A217-4C0C-73E5-DF62A85AB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6039B-251A-14D6-D5D9-3CF5854B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7B00B5-7D83-6F38-C6A2-B62144A6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A1E74A-DE87-D207-14BA-611526D3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82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AA8F6-0B6F-13B9-B81C-035666D4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22AE1E-47CD-2672-FA27-FE9E703D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884A6-3C33-9909-A168-4F80074A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C40AB3-DE6F-B9F4-1BE9-29D2BCC3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1A2CC9-E473-61DE-93FC-AA80DA78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473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1B989-3A85-33FB-FF07-74CCB260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2ECA40-224A-295D-86AF-52E38FAC0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17CD86-E241-695F-F92C-69B0B2495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F1B2E4-53EF-F185-645F-341FF8B4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CBE49E-E488-B108-C1EA-595EE092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3A4B1-79D9-B951-ADB8-374BDC23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286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FA781-356A-89C4-C6A7-80F08A1A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59E52-CC95-727C-C02B-D818787CA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14B90A-085B-F4B2-08FC-43E8FFF81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E3C72F-571C-CA2A-7AC2-6B549DDD6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8E2E68-1076-8914-BEBA-A1C6611B9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81F178-4818-48FA-9687-C7B0C4B3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66EE75-1A06-7A2F-0EF8-33CD96C5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BDDC1E-46A3-60C9-EC38-C3F71C8E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03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E3B1E-AD57-1C70-9A46-AC37F6BA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C61CDA-393C-EDF9-3426-75AFB678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657D03-A6A6-8ADE-5699-522AF34D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10AEF9-33FE-0D35-378D-C5056665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238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27B729-9D8D-2DC6-49B8-171B3BF7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C7EA7B-ACBB-A737-19F4-E43DA1D3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917777-8B1C-97F1-4024-B24EA466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613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3A62F-5C7A-2C09-941A-A8F300BD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837A1-568F-881D-F839-05759C654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082A4F-9B64-E033-4443-F5E80F474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4A68ED-09AA-AC8D-B99A-330CADCA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B04C00-FDAD-E4C7-63F7-F05A5EA5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BF849-DB17-61DB-8F2E-88044477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26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AB94D-7A4C-00D3-B76D-D8ACE19B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129C8B-3225-6E69-07AF-58AA8CD5D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CAB412-19FB-89AD-5E6F-6B3E7C0E6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0F6FC0-A09E-77AF-799B-959B9BEF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76319A-26F8-2CD9-D027-3D16AB63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5DBB40-F098-1DEE-6D01-1D7AB80C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013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392B4-3AFA-604A-C818-1EA046C8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B6B358-FA12-7F25-D8EE-58959AF09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C055EC-EEFD-06AE-1F70-4DAE9E79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48BF6D-DC4A-DB4F-CC0F-911A2296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74463B-AE48-BCC7-E289-C6324326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611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9E76D9-AEAC-5A7C-D8C1-69E681EDC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BE865E-ED02-E605-C630-1D4F03405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E9DE2-B0CD-3D15-C711-D4C56FC7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8D61-5002-C180-B53C-B8AD400A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273F8-C327-D53D-5CD7-C01EAEDD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188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31851" y="284400"/>
            <a:ext cx="105156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aseline="0">
                <a:solidFill>
                  <a:srgbClr val="FF0000"/>
                </a:solidFill>
              </a:defRPr>
            </a:lvl1pPr>
            <a:lvl2pPr marL="457200" indent="0">
              <a:buFontTx/>
              <a:buNone/>
              <a:defRPr sz="3200">
                <a:solidFill>
                  <a:srgbClr val="FF0000"/>
                </a:solidFill>
              </a:defRPr>
            </a:lvl2pPr>
            <a:lvl3pPr marL="914400" indent="0">
              <a:buFontTx/>
              <a:buNone/>
              <a:defRPr sz="3200">
                <a:solidFill>
                  <a:srgbClr val="FF0000"/>
                </a:solidFill>
              </a:defRPr>
            </a:lvl3pPr>
            <a:lvl4pPr marL="1371600" indent="0">
              <a:buFontTx/>
              <a:buNone/>
              <a:defRPr sz="3200">
                <a:solidFill>
                  <a:srgbClr val="FF0000"/>
                </a:solidFill>
              </a:defRPr>
            </a:lvl4pPr>
            <a:lvl5pPr marL="1828800" indent="0">
              <a:buFontTx/>
              <a:buNone/>
              <a:defRPr sz="3200">
                <a:solidFill>
                  <a:srgbClr val="FF0000"/>
                </a:solidFill>
              </a:defRPr>
            </a:lvl5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831849" y="864000"/>
            <a:ext cx="105168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830400" y="1512000"/>
            <a:ext cx="10516800" cy="3981600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346335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6819FE-7D33-55FE-AD53-2E33AC4B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3248BF-C377-A938-6BC1-E2F94B01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5B4F93-CCE7-2172-6A9A-FC2457C94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C5B89-40E5-4140-ABE9-1EC2A1341060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3AB5F-BD04-057E-589F-53F3B97F3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4FFD84-23DC-7F9E-ED5A-E1FCF5910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C8EF5-B26D-4379-9BD5-F0A363952E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114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F648-40A1-C764-8D7D-A3517FEB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B307A0C-926B-1126-9142-8891F615A6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B307A0C-926B-1126-9142-8891F615A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0D5C22D-D94A-5D81-ED05-72ABD6270F72}"/>
              </a:ext>
            </a:extLst>
          </p:cNvPr>
          <p:cNvSpPr txBox="1">
            <a:spLocks/>
          </p:cNvSpPr>
          <p:nvPr/>
        </p:nvSpPr>
        <p:spPr>
          <a:xfrm>
            <a:off x="471066" y="304728"/>
            <a:ext cx="11249868" cy="2769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_tradnl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Solución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LaborCheck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– Visión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Riesgos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evaluación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). CUENTA AJENA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509CC93-9C00-629A-0957-9B578CFB6EB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5258" y="2573199"/>
            <a:ext cx="852603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105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Cuenta</a:t>
            </a:r>
            <a:r>
              <a:rPr lang="en-US" altLang="en-US" sz="105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Ajena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7E0F5249-FFC2-161F-81A8-C903E94644F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56852" y="1225751"/>
            <a:ext cx="1165676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10.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Importe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préstamo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&lt;4.000 € (*)</a:t>
            </a:r>
          </a:p>
        </p:txBody>
      </p:sp>
      <p:cxnSp>
        <p:nvCxnSpPr>
          <p:cNvPr id="54" name="Connector: Elbow 119">
            <a:extLst>
              <a:ext uri="{FF2B5EF4-FFF2-40B4-BE49-F238E27FC236}">
                <a16:creationId xmlns:a16="http://schemas.microsoft.com/office/drawing/2014/main" id="{CA18984D-75C1-7D74-A42F-5FAC685CFF8C}"/>
              </a:ext>
            </a:extLst>
          </p:cNvPr>
          <p:cNvCxnSpPr>
            <a:cxnSpLocks/>
            <a:stCxn id="2" idx="0"/>
            <a:endCxn id="49" idx="1"/>
          </p:cNvCxnSpPr>
          <p:nvPr/>
        </p:nvCxnSpPr>
        <p:spPr>
          <a:xfrm rot="5400000" flipH="1" flipV="1">
            <a:off x="622825" y="1839172"/>
            <a:ext cx="1122763" cy="34529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Conector recto de flecha 497">
            <a:extLst>
              <a:ext uri="{FF2B5EF4-FFF2-40B4-BE49-F238E27FC236}">
                <a16:creationId xmlns:a16="http://schemas.microsoft.com/office/drawing/2014/main" id="{CE973256-82DD-F530-9D94-C4B056E12722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2522528" y="1450435"/>
            <a:ext cx="668888" cy="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Rectangle 3">
            <a:extLst>
              <a:ext uri="{FF2B5EF4-FFF2-40B4-BE49-F238E27FC236}">
                <a16:creationId xmlns:a16="http://schemas.microsoft.com/office/drawing/2014/main" id="{249C9CDD-6125-D0CD-BAAB-3C0AE38E90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191416" y="1225751"/>
            <a:ext cx="1238866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Solución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FastJson</a:t>
            </a:r>
            <a:endParaRPr lang="en-US" altLang="en-US" sz="900" b="1" kern="0" dirty="0">
              <a:solidFill>
                <a:srgbClr val="000000"/>
              </a:solidFill>
              <a:latin typeface="Santander Headline" panose="020B0504020201020104" pitchFamily="34" charset="0"/>
              <a:cs typeface="Arial" charset="0"/>
            </a:endParaRP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(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acceso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via clave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movil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) – 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solo TGSS</a:t>
            </a:r>
          </a:p>
        </p:txBody>
      </p:sp>
      <p:sp>
        <p:nvSpPr>
          <p:cNvPr id="500" name="Rectangle 3">
            <a:extLst>
              <a:ext uri="{FF2B5EF4-FFF2-40B4-BE49-F238E27FC236}">
                <a16:creationId xmlns:a16="http://schemas.microsoft.com/office/drawing/2014/main" id="{43103FCC-CC1C-04F2-44B7-3A5ECC07F0E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830212" y="1225751"/>
            <a:ext cx="1499421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Capacidad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de Pago: </a:t>
            </a: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Estimación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ingresos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solicitante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(“</a:t>
            </a: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light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”)</a:t>
            </a:r>
          </a:p>
        </p:txBody>
      </p:sp>
      <p:sp>
        <p:nvSpPr>
          <p:cNvPr id="201" name="Rectangle 3">
            <a:extLst>
              <a:ext uri="{FF2B5EF4-FFF2-40B4-BE49-F238E27FC236}">
                <a16:creationId xmlns:a16="http://schemas.microsoft.com/office/drawing/2014/main" id="{5E3C4671-8030-27A2-97DB-C08BEC7E01D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2601" y="3903165"/>
            <a:ext cx="1021704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20.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Importe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préstamo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≥ 4.000€</a:t>
            </a:r>
          </a:p>
        </p:txBody>
      </p:sp>
      <p:cxnSp>
        <p:nvCxnSpPr>
          <p:cNvPr id="202" name="Conector recto de flecha 201">
            <a:extLst>
              <a:ext uri="{FF2B5EF4-FFF2-40B4-BE49-F238E27FC236}">
                <a16:creationId xmlns:a16="http://schemas.microsoft.com/office/drawing/2014/main" id="{25DB4B66-AB12-FBE2-ED8D-22FAB8F42139}"/>
              </a:ext>
            </a:extLst>
          </p:cNvPr>
          <p:cNvCxnSpPr>
            <a:cxnSpLocks/>
            <a:stCxn id="201" idx="3"/>
          </p:cNvCxnSpPr>
          <p:nvPr/>
        </p:nvCxnSpPr>
        <p:spPr>
          <a:xfrm flipV="1">
            <a:off x="2664305" y="4127849"/>
            <a:ext cx="672340" cy="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3">
            <a:extLst>
              <a:ext uri="{FF2B5EF4-FFF2-40B4-BE49-F238E27FC236}">
                <a16:creationId xmlns:a16="http://schemas.microsoft.com/office/drawing/2014/main" id="{808DE0ED-3D10-6732-D4FE-1BFA919A474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36645" y="3903165"/>
            <a:ext cx="1238866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Solución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TGSS y AEAT 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(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acceso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via clave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movil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) – 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TGSS y AEAT</a:t>
            </a:r>
          </a:p>
        </p:txBody>
      </p:sp>
      <p:sp>
        <p:nvSpPr>
          <p:cNvPr id="204" name="Rectangle 3">
            <a:extLst>
              <a:ext uri="{FF2B5EF4-FFF2-40B4-BE49-F238E27FC236}">
                <a16:creationId xmlns:a16="http://schemas.microsoft.com/office/drawing/2014/main" id="{7094C28B-EEBD-E085-089B-50EA73E577B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896098" y="3913598"/>
            <a:ext cx="1499421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Capacidad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de Pago: </a:t>
            </a: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Estimación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ingresos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solicitante</a:t>
            </a:r>
            <a:endParaRPr lang="en-US" altLang="en-US" sz="900" kern="0" dirty="0">
              <a:solidFill>
                <a:srgbClr val="FF0000"/>
              </a:solidFill>
              <a:latin typeface="Santander Headline" panose="020B0504020201020104" pitchFamily="34" charset="0"/>
              <a:cs typeface="Arial" charset="0"/>
            </a:endParaRP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(“</a:t>
            </a:r>
            <a:r>
              <a:rPr lang="en-US" altLang="en-US" sz="900" i="1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más</a:t>
            </a: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i="1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precisa</a:t>
            </a: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”)</a:t>
            </a:r>
          </a:p>
        </p:txBody>
      </p:sp>
      <p:sp>
        <p:nvSpPr>
          <p:cNvPr id="207" name="Rectangle 20">
            <a:extLst>
              <a:ext uri="{FF2B5EF4-FFF2-40B4-BE49-F238E27FC236}">
                <a16:creationId xmlns:a16="http://schemas.microsoft.com/office/drawing/2014/main" id="{2156E3C6-EF7E-481B-39A8-04ED23BDE553}"/>
              </a:ext>
            </a:extLst>
          </p:cNvPr>
          <p:cNvSpPr/>
          <p:nvPr/>
        </p:nvSpPr>
        <p:spPr>
          <a:xfrm>
            <a:off x="3070735" y="5388345"/>
            <a:ext cx="2339465" cy="28815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just"/>
            <a:r>
              <a:rPr lang="es-ES" sz="800" b="1" dirty="0">
                <a:solidFill>
                  <a:schemeClr val="tx1"/>
                </a:solidFill>
              </a:rPr>
              <a:t>ENRIQUECIMENTO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 err="1">
                <a:solidFill>
                  <a:schemeClr val="tx1"/>
                </a:solidFill>
              </a:rPr>
              <a:t>KPIs</a:t>
            </a:r>
            <a:r>
              <a:rPr lang="es-ES" sz="800" dirty="0">
                <a:solidFill>
                  <a:schemeClr val="tx1"/>
                </a:solidFill>
              </a:rPr>
              <a:t> – TGSS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Indicador de empleabilidad del solicitante (TGSS)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Score de la empresa empleadora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 err="1">
                <a:solidFill>
                  <a:schemeClr val="tx1"/>
                </a:solidFill>
              </a:rPr>
              <a:t>PDFs</a:t>
            </a:r>
            <a:r>
              <a:rPr lang="es-ES" sz="800" dirty="0">
                <a:solidFill>
                  <a:schemeClr val="tx1"/>
                </a:solidFill>
              </a:rPr>
              <a:t> y </a:t>
            </a:r>
            <a:r>
              <a:rPr lang="es-ES" sz="800" dirty="0" err="1">
                <a:solidFill>
                  <a:schemeClr val="tx1"/>
                </a:solidFill>
              </a:rPr>
              <a:t>Json</a:t>
            </a:r>
            <a:r>
              <a:rPr lang="es-ES" sz="800" dirty="0">
                <a:solidFill>
                  <a:schemeClr val="tx1"/>
                </a:solidFill>
              </a:rPr>
              <a:t> de todos los documentos obtenidos (tiempo medio obtención 1’)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</p:txBody>
      </p:sp>
      <p:sp>
        <p:nvSpPr>
          <p:cNvPr id="208" name="Diamond 274">
            <a:extLst>
              <a:ext uri="{FF2B5EF4-FFF2-40B4-BE49-F238E27FC236}">
                <a16:creationId xmlns:a16="http://schemas.microsoft.com/office/drawing/2014/main" id="{81D7278B-70E8-21FD-F81A-7C770109E49E}"/>
              </a:ext>
            </a:extLst>
          </p:cNvPr>
          <p:cNvSpPr/>
          <p:nvPr/>
        </p:nvSpPr>
        <p:spPr bwMode="auto">
          <a:xfrm>
            <a:off x="6676434" y="2698925"/>
            <a:ext cx="180000" cy="186428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pic>
        <p:nvPicPr>
          <p:cNvPr id="247" name="Imagen 246">
            <a:extLst>
              <a:ext uri="{FF2B5EF4-FFF2-40B4-BE49-F238E27FC236}">
                <a16:creationId xmlns:a16="http://schemas.microsoft.com/office/drawing/2014/main" id="{4255C59B-E240-FE63-3A9C-733DEC4BF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236" y="4382813"/>
            <a:ext cx="1779252" cy="656066"/>
          </a:xfrm>
          <a:prstGeom prst="rect">
            <a:avLst/>
          </a:prstGeom>
        </p:spPr>
      </p:pic>
      <p:sp>
        <p:nvSpPr>
          <p:cNvPr id="334" name="Globo: línea doblada doble con borde y barra de énfasis 333">
            <a:extLst>
              <a:ext uri="{FF2B5EF4-FFF2-40B4-BE49-F238E27FC236}">
                <a16:creationId xmlns:a16="http://schemas.microsoft.com/office/drawing/2014/main" id="{995AD12A-6468-A4B5-D70D-6A160B8F75E8}"/>
              </a:ext>
            </a:extLst>
          </p:cNvPr>
          <p:cNvSpPr/>
          <p:nvPr/>
        </p:nvSpPr>
        <p:spPr>
          <a:xfrm>
            <a:off x="5256868" y="3255270"/>
            <a:ext cx="1039366" cy="536732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351"/>
              <a:gd name="adj6" fmla="val -19566"/>
              <a:gd name="adj7" fmla="val -38374"/>
              <a:gd name="adj8" fmla="val 122186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650" b="1" dirty="0">
                <a:solidFill>
                  <a:srgbClr val="000000"/>
                </a:solidFill>
                <a:latin typeface="Santander Headline"/>
              </a:rPr>
              <a:t>Informacion a MOTORES</a:t>
            </a:r>
          </a:p>
          <a:p>
            <a:pPr lvl="0" algn="ctr">
              <a:defRPr/>
            </a:pP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(KPIs – TGSS +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Estimacion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ingresos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+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indicador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empleabilidad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)</a:t>
            </a:r>
          </a:p>
        </p:txBody>
      </p:sp>
      <p:sp>
        <p:nvSpPr>
          <p:cNvPr id="335" name="Globo: línea doblada doble con borde y barra de énfasis 334">
            <a:extLst>
              <a:ext uri="{FF2B5EF4-FFF2-40B4-BE49-F238E27FC236}">
                <a16:creationId xmlns:a16="http://schemas.microsoft.com/office/drawing/2014/main" id="{F70188B0-E4F0-6B2C-5D38-7628172EEAD2}"/>
              </a:ext>
            </a:extLst>
          </p:cNvPr>
          <p:cNvSpPr/>
          <p:nvPr/>
        </p:nvSpPr>
        <p:spPr>
          <a:xfrm>
            <a:off x="5227348" y="1887036"/>
            <a:ext cx="1093834" cy="605351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2519"/>
              <a:gd name="adj6" fmla="val -14176"/>
              <a:gd name="adj7" fmla="val -31681"/>
              <a:gd name="adj8" fmla="val 11922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650" b="1" dirty="0" err="1">
                <a:solidFill>
                  <a:srgbClr val="000000"/>
                </a:solidFill>
                <a:latin typeface="Santander Headline"/>
              </a:rPr>
              <a:t>Información</a:t>
            </a:r>
            <a:r>
              <a:rPr lang="en-GB" sz="650" b="1" dirty="0">
                <a:solidFill>
                  <a:srgbClr val="000000"/>
                </a:solidFill>
                <a:latin typeface="Santander Headline"/>
              </a:rPr>
              <a:t> a MOTORES:</a:t>
            </a:r>
          </a:p>
          <a:p>
            <a:pPr lvl="0" algn="ctr">
              <a:defRPr/>
            </a:pP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(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ingresos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estimados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+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antigüedad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laboral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actual</a:t>
            </a:r>
            <a:r>
              <a:rPr lang="en-GB" sz="800" i="1" dirty="0">
                <a:solidFill>
                  <a:srgbClr val="000000"/>
                </a:solidFill>
                <a:latin typeface="Santander Headline"/>
              </a:rPr>
              <a:t>)</a:t>
            </a:r>
          </a:p>
        </p:txBody>
      </p:sp>
      <p:cxnSp>
        <p:nvCxnSpPr>
          <p:cNvPr id="336" name="Connector: Elbow 119">
            <a:extLst>
              <a:ext uri="{FF2B5EF4-FFF2-40B4-BE49-F238E27FC236}">
                <a16:creationId xmlns:a16="http://schemas.microsoft.com/office/drawing/2014/main" id="{F9C2AA54-C0E5-E1D3-078D-6D14D87DC000}"/>
              </a:ext>
            </a:extLst>
          </p:cNvPr>
          <p:cNvCxnSpPr>
            <a:cxnSpLocks/>
            <a:stCxn id="2" idx="2"/>
            <a:endCxn id="201" idx="1"/>
          </p:cNvCxnSpPr>
          <p:nvPr/>
        </p:nvCxnSpPr>
        <p:spPr>
          <a:xfrm rot="16200000" flipH="1">
            <a:off x="774439" y="3259688"/>
            <a:ext cx="1105282" cy="631041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01A9B5E1-4097-7485-087B-41EEA1CC2695}"/>
              </a:ext>
            </a:extLst>
          </p:cNvPr>
          <p:cNvSpPr txBox="1"/>
          <p:nvPr/>
        </p:nvSpPr>
        <p:spPr>
          <a:xfrm>
            <a:off x="758113" y="6354439"/>
            <a:ext cx="5716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>
                <a:latin typeface="Santander Text" panose="020B0504020201020104" pitchFamily="34" charset="0"/>
              </a:rPr>
              <a:t>*Toda la información extraída de las consultas por DNI/NIF debe almacenarse (</a:t>
            </a:r>
            <a:r>
              <a:rPr lang="es-ES" sz="1100" i="1" dirty="0" err="1">
                <a:latin typeface="Santander Text" panose="020B0504020201020104" pitchFamily="34" charset="0"/>
              </a:rPr>
              <a:t>json</a:t>
            </a:r>
            <a:r>
              <a:rPr lang="es-ES" sz="1100" i="1" dirty="0">
                <a:latin typeface="Santander Text" panose="020B0504020201020104" pitchFamily="34" charset="0"/>
              </a:rPr>
              <a:t> y </a:t>
            </a:r>
            <a:r>
              <a:rPr lang="es-ES" sz="1100" i="1" dirty="0" err="1">
                <a:latin typeface="Santander Text" panose="020B0504020201020104" pitchFamily="34" charset="0"/>
              </a:rPr>
              <a:t>pdfs</a:t>
            </a:r>
            <a:r>
              <a:rPr lang="es-ES" sz="1100" i="1" dirty="0">
                <a:latin typeface="Santander Text" panose="020B0504020201020104" pitchFamily="34" charset="0"/>
              </a:rPr>
              <a:t>)</a:t>
            </a:r>
          </a:p>
          <a:p>
            <a:r>
              <a:rPr lang="es-ES" sz="1100" i="1" dirty="0">
                <a:latin typeface="Santander Text" panose="020B0504020201020104" pitchFamily="34" charset="0"/>
              </a:rPr>
              <a:t>Se deberá guardar en BBDD la informacion con la que se ha evaluado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5303FF7-484A-DFBC-F3BD-2570996E8C42}"/>
              </a:ext>
            </a:extLst>
          </p:cNvPr>
          <p:cNvSpPr/>
          <p:nvPr/>
        </p:nvSpPr>
        <p:spPr>
          <a:xfrm>
            <a:off x="4541697" y="1357295"/>
            <a:ext cx="157435" cy="157992"/>
          </a:xfrm>
          <a:prstGeom prst="ellipse">
            <a:avLst/>
          </a:prstGeom>
          <a:solidFill>
            <a:schemeClr val="tx2">
              <a:lumMod val="50000"/>
              <a:lumOff val="50000"/>
              <a:alpha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7978CFF-A4EE-FD2B-FD5D-51FEC4B3F8FD}"/>
              </a:ext>
            </a:extLst>
          </p:cNvPr>
          <p:cNvSpPr/>
          <p:nvPr/>
        </p:nvSpPr>
        <p:spPr>
          <a:xfrm>
            <a:off x="4676793" y="4048853"/>
            <a:ext cx="157435" cy="157992"/>
          </a:xfrm>
          <a:prstGeom prst="ellipse">
            <a:avLst/>
          </a:prstGeom>
          <a:solidFill>
            <a:schemeClr val="tx2">
              <a:lumMod val="50000"/>
              <a:lumOff val="50000"/>
              <a:alpha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6FA70D-2AB1-E169-14C4-97DBCA794D0E}"/>
              </a:ext>
            </a:extLst>
          </p:cNvPr>
          <p:cNvSpPr txBox="1"/>
          <p:nvPr/>
        </p:nvSpPr>
        <p:spPr>
          <a:xfrm>
            <a:off x="371474" y="778121"/>
            <a:ext cx="11433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>
                <a:latin typeface="Santander Text" panose="020B0504020201020104" pitchFamily="34" charset="0"/>
              </a:rPr>
              <a:t>El cliente sólo rellena los datos laborales si se deniega en el motor por capacidad de pago o antigüedad laboral. Información de ingresos y </a:t>
            </a:r>
            <a:r>
              <a:rPr lang="es-ES" sz="1200" i="1" dirty="0" err="1">
                <a:latin typeface="Santander Text" panose="020B0504020201020104" pitchFamily="34" charset="0"/>
              </a:rPr>
              <a:t>ant</a:t>
            </a:r>
            <a:r>
              <a:rPr lang="es-ES" sz="1200" i="1" dirty="0">
                <a:latin typeface="Santander Text" panose="020B0504020201020104" pitchFamily="34" charset="0"/>
              </a:rPr>
              <a:t>. laboral obtenidos no visibles.  </a:t>
            </a:r>
          </a:p>
        </p:txBody>
      </p:sp>
      <p:sp>
        <p:nvSpPr>
          <p:cNvPr id="6" name="Rectangle 453">
            <a:extLst>
              <a:ext uri="{FF2B5EF4-FFF2-40B4-BE49-F238E27FC236}">
                <a16:creationId xmlns:a16="http://schemas.microsoft.com/office/drawing/2014/main" id="{3ADB6A0A-707C-BD4A-95C0-F3163E0883E6}"/>
              </a:ext>
            </a:extLst>
          </p:cNvPr>
          <p:cNvSpPr/>
          <p:nvPr/>
        </p:nvSpPr>
        <p:spPr>
          <a:xfrm>
            <a:off x="6782484" y="2727808"/>
            <a:ext cx="906066" cy="1450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1ª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de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consultas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13926A-54BC-AE3A-E41E-A300102D8A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821"/>
          <a:stretch>
            <a:fillRect/>
          </a:stretch>
        </p:blipFill>
        <p:spPr>
          <a:xfrm>
            <a:off x="2981491" y="1780726"/>
            <a:ext cx="1658716" cy="378520"/>
          </a:xfrm>
          <a:prstGeom prst="rect">
            <a:avLst/>
          </a:prstGeom>
        </p:spPr>
      </p:pic>
      <p:cxnSp>
        <p:nvCxnSpPr>
          <p:cNvPr id="1039" name="Connector: Elbow 119">
            <a:extLst>
              <a:ext uri="{FF2B5EF4-FFF2-40B4-BE49-F238E27FC236}">
                <a16:creationId xmlns:a16="http://schemas.microsoft.com/office/drawing/2014/main" id="{7B48E6DF-8213-8FC7-ED19-C0F11416C038}"/>
              </a:ext>
            </a:extLst>
          </p:cNvPr>
          <p:cNvCxnSpPr>
            <a:cxnSpLocks/>
            <a:stCxn id="208" idx="0"/>
            <a:endCxn id="1049" idx="2"/>
          </p:cNvCxnSpPr>
          <p:nvPr/>
        </p:nvCxnSpPr>
        <p:spPr>
          <a:xfrm rot="5400000" flipH="1" flipV="1">
            <a:off x="6670419" y="1882896"/>
            <a:ext cx="912045" cy="720015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 453">
            <a:extLst>
              <a:ext uri="{FF2B5EF4-FFF2-40B4-BE49-F238E27FC236}">
                <a16:creationId xmlns:a16="http://schemas.microsoft.com/office/drawing/2014/main" id="{A5EA718C-C295-4475-0C13-6E4F1A5AEB82}"/>
              </a:ext>
            </a:extLst>
          </p:cNvPr>
          <p:cNvSpPr/>
          <p:nvPr/>
        </p:nvSpPr>
        <p:spPr>
          <a:xfrm>
            <a:off x="6627168" y="2392579"/>
            <a:ext cx="422473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049" name="Flowchart: Connector 254">
            <a:extLst>
              <a:ext uri="{FF2B5EF4-FFF2-40B4-BE49-F238E27FC236}">
                <a16:creationId xmlns:a16="http://schemas.microsoft.com/office/drawing/2014/main" id="{472C6B12-40E9-E196-AE91-8804805ECECA}"/>
              </a:ext>
            </a:extLst>
          </p:cNvPr>
          <p:cNvSpPr>
            <a:spLocks/>
          </p:cNvSpPr>
          <p:nvPr/>
        </p:nvSpPr>
        <p:spPr bwMode="auto">
          <a:xfrm>
            <a:off x="7486449" y="1737703"/>
            <a:ext cx="98355" cy="98354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050" name="Rectangle 49">
            <a:extLst>
              <a:ext uri="{FF2B5EF4-FFF2-40B4-BE49-F238E27FC236}">
                <a16:creationId xmlns:a16="http://schemas.microsoft.com/office/drawing/2014/main" id="{1E88D90B-4BCC-63CC-D361-FD01DB5AAA58}"/>
              </a:ext>
            </a:extLst>
          </p:cNvPr>
          <p:cNvSpPr/>
          <p:nvPr/>
        </p:nvSpPr>
        <p:spPr>
          <a:xfrm>
            <a:off x="7535627" y="1720598"/>
            <a:ext cx="300038" cy="1383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End</a:t>
            </a:r>
          </a:p>
        </p:txBody>
      </p:sp>
      <p:sp>
        <p:nvSpPr>
          <p:cNvPr id="1057" name="Rectangle 453">
            <a:extLst>
              <a:ext uri="{FF2B5EF4-FFF2-40B4-BE49-F238E27FC236}">
                <a16:creationId xmlns:a16="http://schemas.microsoft.com/office/drawing/2014/main" id="{65911776-706E-1B1C-38EF-1624B4356E22}"/>
              </a:ext>
            </a:extLst>
          </p:cNvPr>
          <p:cNvSpPr/>
          <p:nvPr/>
        </p:nvSpPr>
        <p:spPr>
          <a:xfrm>
            <a:off x="6679563" y="3055269"/>
            <a:ext cx="309825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rgbClr val="FF0000"/>
                </a:solidFill>
                <a:latin typeface="Santander Headline"/>
              </a:rPr>
              <a:t>KO</a:t>
            </a:r>
            <a:endParaRPr kumimoji="0" lang="en-GB" sz="7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075" name="Rectangle 453">
            <a:extLst>
              <a:ext uri="{FF2B5EF4-FFF2-40B4-BE49-F238E27FC236}">
                <a16:creationId xmlns:a16="http://schemas.microsoft.com/office/drawing/2014/main" id="{2839583A-5EE3-0E2C-6F99-2375A0B1480D}"/>
              </a:ext>
            </a:extLst>
          </p:cNvPr>
          <p:cNvSpPr/>
          <p:nvPr/>
        </p:nvSpPr>
        <p:spPr>
          <a:xfrm>
            <a:off x="7103111" y="3186233"/>
            <a:ext cx="1024197" cy="11340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KO Salvable: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No SJI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KO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, ant.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, score 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combinación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ellas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.</a:t>
            </a:r>
          </a:p>
          <a:p>
            <a:pPr marL="171450" indent="-171450">
              <a:buFontTx/>
              <a:buChar char="-"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SJI: 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no salvable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8FD575E-7334-5C54-6DEE-3C441F323893}"/>
              </a:ext>
            </a:extLst>
          </p:cNvPr>
          <p:cNvGrpSpPr/>
          <p:nvPr/>
        </p:nvGrpSpPr>
        <p:grpSpPr>
          <a:xfrm>
            <a:off x="8263195" y="4329344"/>
            <a:ext cx="349216" cy="138319"/>
            <a:chOff x="8612224" y="2929289"/>
            <a:chExt cx="349216" cy="138319"/>
          </a:xfrm>
        </p:grpSpPr>
        <p:sp>
          <p:nvSpPr>
            <p:cNvPr id="42" name="Flowchart: Connector 254">
              <a:extLst>
                <a:ext uri="{FF2B5EF4-FFF2-40B4-BE49-F238E27FC236}">
                  <a16:creationId xmlns:a16="http://schemas.microsoft.com/office/drawing/2014/main" id="{A08A1096-7D11-64A6-E297-8A0D7851C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224" y="2950951"/>
              <a:ext cx="98355" cy="983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  <p:sp>
          <p:nvSpPr>
            <p:cNvPr id="43" name="Rectangle 49">
              <a:extLst>
                <a:ext uri="{FF2B5EF4-FFF2-40B4-BE49-F238E27FC236}">
                  <a16:creationId xmlns:a16="http://schemas.microsoft.com/office/drawing/2014/main" id="{CB2B5BF7-0761-AF61-1586-EAF52C561A92}"/>
                </a:ext>
              </a:extLst>
            </p:cNvPr>
            <p:cNvSpPr/>
            <p:nvPr/>
          </p:nvSpPr>
          <p:spPr>
            <a:xfrm>
              <a:off x="8661402" y="2929289"/>
              <a:ext cx="300038" cy="13831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End</a:t>
              </a:r>
            </a:p>
          </p:txBody>
        </p:sp>
      </p:grpSp>
      <p:cxnSp>
        <p:nvCxnSpPr>
          <p:cNvPr id="481" name="Conector: angular 480">
            <a:extLst>
              <a:ext uri="{FF2B5EF4-FFF2-40B4-BE49-F238E27FC236}">
                <a16:creationId xmlns:a16="http://schemas.microsoft.com/office/drawing/2014/main" id="{DCCABC86-B332-B600-E0AE-38ABF5176824}"/>
              </a:ext>
            </a:extLst>
          </p:cNvPr>
          <p:cNvCxnSpPr>
            <a:cxnSpLocks/>
          </p:cNvCxnSpPr>
          <p:nvPr/>
        </p:nvCxnSpPr>
        <p:spPr>
          <a:xfrm>
            <a:off x="7073269" y="3753235"/>
            <a:ext cx="1152501" cy="640510"/>
          </a:xfrm>
          <a:prstGeom prst="bentConnector3">
            <a:avLst>
              <a:gd name="adj1" fmla="val 206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ectangle 453">
            <a:extLst>
              <a:ext uri="{FF2B5EF4-FFF2-40B4-BE49-F238E27FC236}">
                <a16:creationId xmlns:a16="http://schemas.microsoft.com/office/drawing/2014/main" id="{6CEE5F70-6347-669D-1DF9-C4B2A7381DE7}"/>
              </a:ext>
            </a:extLst>
          </p:cNvPr>
          <p:cNvSpPr/>
          <p:nvPr/>
        </p:nvSpPr>
        <p:spPr>
          <a:xfrm>
            <a:off x="7102157" y="4401364"/>
            <a:ext cx="422473" cy="13382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Resto KOs</a:t>
            </a:r>
          </a:p>
        </p:txBody>
      </p:sp>
      <p:sp>
        <p:nvSpPr>
          <p:cNvPr id="1043" name="Rectángulo 1042">
            <a:extLst>
              <a:ext uri="{FF2B5EF4-FFF2-40B4-BE49-F238E27FC236}">
                <a16:creationId xmlns:a16="http://schemas.microsoft.com/office/drawing/2014/main" id="{F64F3F0F-4884-BC1A-2CF5-D2C0EAD87222}"/>
              </a:ext>
            </a:extLst>
          </p:cNvPr>
          <p:cNvSpPr/>
          <p:nvPr/>
        </p:nvSpPr>
        <p:spPr>
          <a:xfrm>
            <a:off x="10415403" y="3027945"/>
            <a:ext cx="1276785" cy="3380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revisión Vida Laboral</a:t>
            </a:r>
          </a:p>
        </p:txBody>
      </p:sp>
      <p:sp>
        <p:nvSpPr>
          <p:cNvPr id="1071" name="Rectangle 453">
            <a:extLst>
              <a:ext uri="{FF2B5EF4-FFF2-40B4-BE49-F238E27FC236}">
                <a16:creationId xmlns:a16="http://schemas.microsoft.com/office/drawing/2014/main" id="{1FECCB1D-3BE4-88C7-2C1F-8BF78BA63C83}"/>
              </a:ext>
            </a:extLst>
          </p:cNvPr>
          <p:cNvSpPr/>
          <p:nvPr/>
        </p:nvSpPr>
        <p:spPr>
          <a:xfrm>
            <a:off x="9332903" y="2703228"/>
            <a:ext cx="628836" cy="3380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2ª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declarativa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+ LC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084" name="Rectangle 453">
            <a:extLst>
              <a:ext uri="{FF2B5EF4-FFF2-40B4-BE49-F238E27FC236}">
                <a16:creationId xmlns:a16="http://schemas.microsoft.com/office/drawing/2014/main" id="{E2B78067-F1E5-A951-071A-523BA98085E7}"/>
              </a:ext>
            </a:extLst>
          </p:cNvPr>
          <p:cNvSpPr/>
          <p:nvPr/>
        </p:nvSpPr>
        <p:spPr>
          <a:xfrm>
            <a:off x="9708564" y="2441117"/>
            <a:ext cx="723216" cy="13382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Ingresos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por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consulta </a:t>
            </a:r>
          </a:p>
        </p:txBody>
      </p:sp>
      <p:sp>
        <p:nvSpPr>
          <p:cNvPr id="1085" name="Rectangle 453">
            <a:extLst>
              <a:ext uri="{FF2B5EF4-FFF2-40B4-BE49-F238E27FC236}">
                <a16:creationId xmlns:a16="http://schemas.microsoft.com/office/drawing/2014/main" id="{F289935F-0225-21F8-13EB-41FBB99B3F4F}"/>
              </a:ext>
            </a:extLst>
          </p:cNvPr>
          <p:cNvSpPr/>
          <p:nvPr/>
        </p:nvSpPr>
        <p:spPr>
          <a:xfrm>
            <a:off x="9961739" y="3380948"/>
            <a:ext cx="792212" cy="15017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Ant. Laboral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por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consulta 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DAAE276C-E49D-BE7E-95C4-6A80A65EF3C8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075129" y="3189116"/>
            <a:ext cx="1131845" cy="564119"/>
          </a:xfrm>
          <a:prstGeom prst="bentConnector3">
            <a:avLst>
              <a:gd name="adj1" fmla="val -72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5F4012B-6517-F2CA-1348-0097D431FC47}"/>
              </a:ext>
            </a:extLst>
          </p:cNvPr>
          <p:cNvSpPr/>
          <p:nvPr/>
        </p:nvSpPr>
        <p:spPr>
          <a:xfrm>
            <a:off x="8206974" y="2872273"/>
            <a:ext cx="1115352" cy="63368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Habilita la contratación para retomar la solicitud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Mensaje informativo al dealer</a:t>
            </a:r>
            <a:endParaRPr lang="es-ES" sz="900" kern="0" dirty="0">
              <a:solidFill>
                <a:schemeClr val="tx1"/>
              </a:solidFill>
              <a:latin typeface="Santander Headline" panose="020B0504020201020104" pitchFamily="34" charset="0"/>
              <a:cs typeface="Arial" charset="0"/>
            </a:endParaRPr>
          </a:p>
        </p:txBody>
      </p:sp>
      <p:sp>
        <p:nvSpPr>
          <p:cNvPr id="41" name="Diamond 274">
            <a:extLst>
              <a:ext uri="{FF2B5EF4-FFF2-40B4-BE49-F238E27FC236}">
                <a16:creationId xmlns:a16="http://schemas.microsoft.com/office/drawing/2014/main" id="{3722657F-7A0F-B442-AFC3-086DA675FA1E}"/>
              </a:ext>
            </a:extLst>
          </p:cNvPr>
          <p:cNvSpPr/>
          <p:nvPr/>
        </p:nvSpPr>
        <p:spPr bwMode="auto">
          <a:xfrm>
            <a:off x="9566740" y="3098375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AFD4382-FB93-2C79-D084-1F7A661ADFD1}"/>
              </a:ext>
            </a:extLst>
          </p:cNvPr>
          <p:cNvCxnSpPr>
            <a:cxnSpLocks/>
            <a:stCxn id="14" idx="3"/>
            <a:endCxn id="41" idx="1"/>
          </p:cNvCxnSpPr>
          <p:nvPr/>
        </p:nvCxnSpPr>
        <p:spPr>
          <a:xfrm flipV="1">
            <a:off x="9322326" y="3188375"/>
            <a:ext cx="244414" cy="74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EC1F4EE5-A846-8955-9A43-12A4F32A13A8}"/>
              </a:ext>
            </a:extLst>
          </p:cNvPr>
          <p:cNvCxnSpPr>
            <a:cxnSpLocks/>
            <a:stCxn id="41" idx="2"/>
            <a:endCxn id="43" idx="3"/>
          </p:cNvCxnSpPr>
          <p:nvPr/>
        </p:nvCxnSpPr>
        <p:spPr>
          <a:xfrm rot="5400000">
            <a:off x="8574512" y="3316275"/>
            <a:ext cx="1120129" cy="1044329"/>
          </a:xfrm>
          <a:prstGeom prst="bentConnector2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Imagen 52">
            <a:extLst>
              <a:ext uri="{FF2B5EF4-FFF2-40B4-BE49-F238E27FC236}">
                <a16:creationId xmlns:a16="http://schemas.microsoft.com/office/drawing/2014/main" id="{FA3E98D2-0479-F189-1C08-50DA02F96E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0931" y="3327252"/>
            <a:ext cx="310923" cy="201185"/>
          </a:xfrm>
          <a:prstGeom prst="rect">
            <a:avLst/>
          </a:prstGeom>
        </p:spPr>
      </p:pic>
      <p:cxnSp>
        <p:nvCxnSpPr>
          <p:cNvPr id="56" name="Connector: Elbow 119">
            <a:extLst>
              <a:ext uri="{FF2B5EF4-FFF2-40B4-BE49-F238E27FC236}">
                <a16:creationId xmlns:a16="http://schemas.microsoft.com/office/drawing/2014/main" id="{4BDBFCD7-5A91-2B75-22E4-E6A634F70B4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909333" y="2706561"/>
            <a:ext cx="558476" cy="42877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453">
            <a:extLst>
              <a:ext uri="{FF2B5EF4-FFF2-40B4-BE49-F238E27FC236}">
                <a16:creationId xmlns:a16="http://schemas.microsoft.com/office/drawing/2014/main" id="{A96270E3-2172-61BA-E7A0-89BC391F501D}"/>
              </a:ext>
            </a:extLst>
          </p:cNvPr>
          <p:cNvSpPr/>
          <p:nvPr/>
        </p:nvSpPr>
        <p:spPr>
          <a:xfrm>
            <a:off x="9715761" y="3197779"/>
            <a:ext cx="258424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0FF87A0-9FB6-18CA-94D0-C8B41B925D60}"/>
              </a:ext>
            </a:extLst>
          </p:cNvPr>
          <p:cNvSpPr/>
          <p:nvPr/>
        </p:nvSpPr>
        <p:spPr>
          <a:xfrm>
            <a:off x="10402957" y="2476531"/>
            <a:ext cx="1276785" cy="3380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justificante de ingresos</a:t>
            </a:r>
          </a:p>
        </p:txBody>
      </p:sp>
      <p:sp>
        <p:nvSpPr>
          <p:cNvPr id="449" name="Rectángulo 448">
            <a:extLst>
              <a:ext uri="{FF2B5EF4-FFF2-40B4-BE49-F238E27FC236}">
                <a16:creationId xmlns:a16="http://schemas.microsoft.com/office/drawing/2014/main" id="{6F032138-4C40-5BF0-B489-2743BC9D2F00}"/>
              </a:ext>
            </a:extLst>
          </p:cNvPr>
          <p:cNvSpPr/>
          <p:nvPr/>
        </p:nvSpPr>
        <p:spPr>
          <a:xfrm>
            <a:off x="10427056" y="3727696"/>
            <a:ext cx="1269370" cy="41214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justificante de ingresos +  revisión Vida Laboral</a:t>
            </a:r>
          </a:p>
        </p:txBody>
      </p:sp>
      <p:cxnSp>
        <p:nvCxnSpPr>
          <p:cNvPr id="450" name="Conector recto de flecha 449">
            <a:extLst>
              <a:ext uri="{FF2B5EF4-FFF2-40B4-BE49-F238E27FC236}">
                <a16:creationId xmlns:a16="http://schemas.microsoft.com/office/drawing/2014/main" id="{B40653A6-4D94-758F-CCA9-D8AE4DC3CCFD}"/>
              </a:ext>
            </a:extLst>
          </p:cNvPr>
          <p:cNvCxnSpPr>
            <a:cxnSpLocks/>
            <a:stCxn id="41" idx="3"/>
            <a:endCxn id="1043" idx="1"/>
          </p:cNvCxnSpPr>
          <p:nvPr/>
        </p:nvCxnSpPr>
        <p:spPr>
          <a:xfrm>
            <a:off x="9746740" y="3188375"/>
            <a:ext cx="668663" cy="861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: Elbow 119">
            <a:extLst>
              <a:ext uri="{FF2B5EF4-FFF2-40B4-BE49-F238E27FC236}">
                <a16:creationId xmlns:a16="http://schemas.microsoft.com/office/drawing/2014/main" id="{956D21E7-7768-B368-FB2E-6731763A167F}"/>
              </a:ext>
            </a:extLst>
          </p:cNvPr>
          <p:cNvCxnSpPr>
            <a:cxnSpLocks/>
            <a:endCxn id="449" idx="1"/>
          </p:cNvCxnSpPr>
          <p:nvPr/>
        </p:nvCxnSpPr>
        <p:spPr>
          <a:xfrm rot="16200000" flipH="1">
            <a:off x="9828910" y="3335622"/>
            <a:ext cx="744654" cy="45163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Rectangle 453">
            <a:extLst>
              <a:ext uri="{FF2B5EF4-FFF2-40B4-BE49-F238E27FC236}">
                <a16:creationId xmlns:a16="http://schemas.microsoft.com/office/drawing/2014/main" id="{D02D264A-401B-7C2E-B54F-69E6FBC0E577}"/>
              </a:ext>
            </a:extLst>
          </p:cNvPr>
          <p:cNvSpPr/>
          <p:nvPr/>
        </p:nvSpPr>
        <p:spPr>
          <a:xfrm>
            <a:off x="9719463" y="3991059"/>
            <a:ext cx="723216" cy="30437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Ingresos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+ KO Ant. Laboral ó Score</a:t>
            </a:r>
          </a:p>
        </p:txBody>
      </p:sp>
      <p:sp>
        <p:nvSpPr>
          <p:cNvPr id="464" name="Rectangle 453">
            <a:extLst>
              <a:ext uri="{FF2B5EF4-FFF2-40B4-BE49-F238E27FC236}">
                <a16:creationId xmlns:a16="http://schemas.microsoft.com/office/drawing/2014/main" id="{7E74E838-B7CB-9C47-EF07-2F90FF6A0A79}"/>
              </a:ext>
            </a:extLst>
          </p:cNvPr>
          <p:cNvSpPr/>
          <p:nvPr/>
        </p:nvSpPr>
        <p:spPr>
          <a:xfrm>
            <a:off x="8257097" y="3501774"/>
            <a:ext cx="1474662" cy="41728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* Los campos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y ant. Laboral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limpios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y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editables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cxnSp>
        <p:nvCxnSpPr>
          <p:cNvPr id="478" name="Connector: Elbow 119">
            <a:extLst>
              <a:ext uri="{FF2B5EF4-FFF2-40B4-BE49-F238E27FC236}">
                <a16:creationId xmlns:a16="http://schemas.microsoft.com/office/drawing/2014/main" id="{3F89D4E6-B201-20F4-0E2F-B2F5D5E941A6}"/>
              </a:ext>
            </a:extLst>
          </p:cNvPr>
          <p:cNvCxnSpPr>
            <a:cxnSpLocks/>
            <a:stCxn id="204" idx="3"/>
            <a:endCxn id="208" idx="1"/>
          </p:cNvCxnSpPr>
          <p:nvPr/>
        </p:nvCxnSpPr>
        <p:spPr>
          <a:xfrm flipV="1">
            <a:off x="6395519" y="2792139"/>
            <a:ext cx="280915" cy="1346144"/>
          </a:xfrm>
          <a:prstGeom prst="bentConnector3">
            <a:avLst>
              <a:gd name="adj1" fmla="val 5113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: Elbow 119">
            <a:extLst>
              <a:ext uri="{FF2B5EF4-FFF2-40B4-BE49-F238E27FC236}">
                <a16:creationId xmlns:a16="http://schemas.microsoft.com/office/drawing/2014/main" id="{BAA9CA79-5058-AF52-4B5A-B7C422C50D5C}"/>
              </a:ext>
            </a:extLst>
          </p:cNvPr>
          <p:cNvCxnSpPr>
            <a:cxnSpLocks/>
            <a:stCxn id="500" idx="3"/>
            <a:endCxn id="208" idx="1"/>
          </p:cNvCxnSpPr>
          <p:nvPr/>
        </p:nvCxnSpPr>
        <p:spPr>
          <a:xfrm>
            <a:off x="6329633" y="1450436"/>
            <a:ext cx="346801" cy="1341703"/>
          </a:xfrm>
          <a:prstGeom prst="bentConnector3">
            <a:avLst>
              <a:gd name="adj1" fmla="val 5915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119">
            <a:extLst>
              <a:ext uri="{FF2B5EF4-FFF2-40B4-BE49-F238E27FC236}">
                <a16:creationId xmlns:a16="http://schemas.microsoft.com/office/drawing/2014/main" id="{04A1CCF2-7792-0326-0826-7D183661C3B5}"/>
              </a:ext>
            </a:extLst>
          </p:cNvPr>
          <p:cNvCxnSpPr>
            <a:cxnSpLocks/>
            <a:stCxn id="208" idx="2"/>
          </p:cNvCxnSpPr>
          <p:nvPr/>
        </p:nvCxnSpPr>
        <p:spPr>
          <a:xfrm rot="16200000" flipH="1">
            <a:off x="6482972" y="3168815"/>
            <a:ext cx="867884" cy="300960"/>
          </a:xfrm>
          <a:prstGeom prst="bentConnector3">
            <a:avLst>
              <a:gd name="adj1" fmla="val 99113"/>
            </a:avLst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453">
            <a:extLst>
              <a:ext uri="{FF2B5EF4-FFF2-40B4-BE49-F238E27FC236}">
                <a16:creationId xmlns:a16="http://schemas.microsoft.com/office/drawing/2014/main" id="{21D244B5-530B-6E95-C853-53AEBD0E09E4}"/>
              </a:ext>
            </a:extLst>
          </p:cNvPr>
          <p:cNvSpPr/>
          <p:nvPr/>
        </p:nvSpPr>
        <p:spPr>
          <a:xfrm>
            <a:off x="7580536" y="1846560"/>
            <a:ext cx="2645504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MOTOR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No se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pide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justificante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ni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hay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que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revisar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Vida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sp>
        <p:nvSpPr>
          <p:cNvPr id="338" name="Rectangle 453">
            <a:extLst>
              <a:ext uri="{FF2B5EF4-FFF2-40B4-BE49-F238E27FC236}">
                <a16:creationId xmlns:a16="http://schemas.microsoft.com/office/drawing/2014/main" id="{5C505EA1-311C-6530-E74C-9C2664D57B6F}"/>
              </a:ext>
            </a:extLst>
          </p:cNvPr>
          <p:cNvSpPr/>
          <p:nvPr/>
        </p:nvSpPr>
        <p:spPr>
          <a:xfrm>
            <a:off x="8359549" y="4484805"/>
            <a:ext cx="1044330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Solicitud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DENEGADA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</p:spTree>
    <p:extLst>
      <p:ext uri="{BB962C8B-B14F-4D97-AF65-F5344CB8AC3E}">
        <p14:creationId xmlns:p14="http://schemas.microsoft.com/office/powerpoint/2010/main" val="9012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3426-F36A-C912-4F53-B34ACBA4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46F40EC-EDC8-259F-A596-715FB772C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46F40EC-EDC8-259F-A596-715FB772C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308147C-A833-FD24-7484-73614AE7792F}"/>
              </a:ext>
            </a:extLst>
          </p:cNvPr>
          <p:cNvSpPr txBox="1">
            <a:spLocks/>
          </p:cNvSpPr>
          <p:nvPr/>
        </p:nvSpPr>
        <p:spPr>
          <a:xfrm>
            <a:off x="471066" y="304728"/>
            <a:ext cx="11249868" cy="2769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_tradnl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Solución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LaborCheck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– Visión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Riesgos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evaluación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). CUENTA PROPIA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07648E3-4F58-F7BF-081C-74416D60740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55925" y="2599446"/>
            <a:ext cx="949960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105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Cuenta</a:t>
            </a:r>
            <a:r>
              <a:rPr lang="en-US" altLang="en-US" sz="105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105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Propia</a:t>
            </a:r>
            <a:endParaRPr lang="en-US" altLang="en-US" sz="1050" b="1" kern="0" dirty="0">
              <a:solidFill>
                <a:srgbClr val="000000"/>
              </a:solidFill>
              <a:latin typeface="Santander Headline" panose="020B0504020201020104" pitchFamily="34" charset="0"/>
              <a:cs typeface="Arial" charset="0"/>
            </a:endParaRPr>
          </a:p>
        </p:txBody>
      </p:sp>
      <p:cxnSp>
        <p:nvCxnSpPr>
          <p:cNvPr id="202" name="Conector recto de flecha 201">
            <a:extLst>
              <a:ext uri="{FF2B5EF4-FFF2-40B4-BE49-F238E27FC236}">
                <a16:creationId xmlns:a16="http://schemas.microsoft.com/office/drawing/2014/main" id="{D092A513-66E8-4289-EDBB-E615630E11A9}"/>
              </a:ext>
            </a:extLst>
          </p:cNvPr>
          <p:cNvCxnSpPr>
            <a:cxnSpLocks/>
            <a:stCxn id="2" idx="3"/>
            <a:endCxn id="203" idx="1"/>
          </p:cNvCxnSpPr>
          <p:nvPr/>
        </p:nvCxnSpPr>
        <p:spPr>
          <a:xfrm>
            <a:off x="1805885" y="2824131"/>
            <a:ext cx="694392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3">
            <a:extLst>
              <a:ext uri="{FF2B5EF4-FFF2-40B4-BE49-F238E27FC236}">
                <a16:creationId xmlns:a16="http://schemas.microsoft.com/office/drawing/2014/main" id="{0A335E81-74FA-3E11-47E1-CBC19B7E4F4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00277" y="2599446"/>
            <a:ext cx="1294184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30. </a:t>
            </a: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Solución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TGSS y AEAT 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(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acceso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via clave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movil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)</a:t>
            </a: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TGSS y AEAT</a:t>
            </a:r>
          </a:p>
        </p:txBody>
      </p:sp>
      <p:sp>
        <p:nvSpPr>
          <p:cNvPr id="204" name="Rectangle 3">
            <a:extLst>
              <a:ext uri="{FF2B5EF4-FFF2-40B4-BE49-F238E27FC236}">
                <a16:creationId xmlns:a16="http://schemas.microsoft.com/office/drawing/2014/main" id="{B90DCB5B-044C-9732-9236-EF92D60759C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80104" y="2608441"/>
            <a:ext cx="1499421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Capacidad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de Pago: </a:t>
            </a: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Estimación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ingresos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solicitante</a:t>
            </a:r>
            <a:endParaRPr lang="en-US" altLang="en-US" sz="900" kern="0" dirty="0">
              <a:solidFill>
                <a:srgbClr val="FF0000"/>
              </a:solidFill>
              <a:latin typeface="Santander Headline" panose="020B0504020201020104" pitchFamily="34" charset="0"/>
              <a:cs typeface="Arial" charset="0"/>
            </a:endParaRP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(“</a:t>
            </a:r>
            <a:r>
              <a:rPr lang="en-US" altLang="en-US" sz="900" i="1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más</a:t>
            </a: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i="1" kern="0" dirty="0" err="1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precisa</a:t>
            </a:r>
            <a:r>
              <a:rPr lang="en-US" altLang="en-US" sz="900" i="1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”)</a:t>
            </a:r>
          </a:p>
        </p:txBody>
      </p:sp>
      <p:sp>
        <p:nvSpPr>
          <p:cNvPr id="207" name="Rectangle 20">
            <a:extLst>
              <a:ext uri="{FF2B5EF4-FFF2-40B4-BE49-F238E27FC236}">
                <a16:creationId xmlns:a16="http://schemas.microsoft.com/office/drawing/2014/main" id="{12780FFB-6C8A-CDE8-AC24-2E19918B15AE}"/>
              </a:ext>
            </a:extLst>
          </p:cNvPr>
          <p:cNvSpPr/>
          <p:nvPr/>
        </p:nvSpPr>
        <p:spPr>
          <a:xfrm>
            <a:off x="2280160" y="4084626"/>
            <a:ext cx="2339465" cy="28815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just"/>
            <a:r>
              <a:rPr lang="es-ES" sz="800" b="1" dirty="0">
                <a:solidFill>
                  <a:schemeClr val="tx1"/>
                </a:solidFill>
              </a:rPr>
              <a:t>ENRIQUECIMENTO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 err="1">
                <a:solidFill>
                  <a:schemeClr val="tx1"/>
                </a:solidFill>
              </a:rPr>
              <a:t>KPIs</a:t>
            </a:r>
            <a:r>
              <a:rPr lang="es-ES" sz="800" dirty="0">
                <a:solidFill>
                  <a:schemeClr val="tx1"/>
                </a:solidFill>
              </a:rPr>
              <a:t> – TGSS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Indicador de empleabilidad del solicitante (TGSS)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Score de la empresa empleadora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800" dirty="0" err="1">
                <a:solidFill>
                  <a:schemeClr val="tx1"/>
                </a:solidFill>
              </a:rPr>
              <a:t>PDFs</a:t>
            </a:r>
            <a:r>
              <a:rPr lang="es-ES" sz="800" dirty="0">
                <a:solidFill>
                  <a:schemeClr val="tx1"/>
                </a:solidFill>
              </a:rPr>
              <a:t> y </a:t>
            </a:r>
            <a:r>
              <a:rPr lang="es-ES" sz="800" dirty="0" err="1">
                <a:solidFill>
                  <a:schemeClr val="tx1"/>
                </a:solidFill>
              </a:rPr>
              <a:t>Json</a:t>
            </a:r>
            <a:r>
              <a:rPr lang="es-ES" sz="800" dirty="0">
                <a:solidFill>
                  <a:schemeClr val="tx1"/>
                </a:solidFill>
              </a:rPr>
              <a:t> de todos los documentos obtenidos (tiempo medio obtención 1’)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</p:txBody>
      </p:sp>
      <p:cxnSp>
        <p:nvCxnSpPr>
          <p:cNvPr id="209" name="Conector recto de flecha 208">
            <a:extLst>
              <a:ext uri="{FF2B5EF4-FFF2-40B4-BE49-F238E27FC236}">
                <a16:creationId xmlns:a16="http://schemas.microsoft.com/office/drawing/2014/main" id="{BDB4C674-8647-6332-10BF-86C0BB72F348}"/>
              </a:ext>
            </a:extLst>
          </p:cNvPr>
          <p:cNvCxnSpPr>
            <a:cxnSpLocks/>
            <a:stCxn id="204" idx="3"/>
          </p:cNvCxnSpPr>
          <p:nvPr/>
        </p:nvCxnSpPr>
        <p:spPr>
          <a:xfrm flipV="1">
            <a:off x="5679525" y="2833125"/>
            <a:ext cx="449813" cy="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A1C051A3-8C31-9F59-3A3A-092496C38D40}"/>
              </a:ext>
            </a:extLst>
          </p:cNvPr>
          <p:cNvSpPr txBox="1"/>
          <p:nvPr/>
        </p:nvSpPr>
        <p:spPr>
          <a:xfrm>
            <a:off x="758113" y="6354439"/>
            <a:ext cx="5716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>
                <a:latin typeface="Santander Text" panose="020B0504020201020104" pitchFamily="34" charset="0"/>
              </a:rPr>
              <a:t>*Toda la información extraída de las consultas por DNI/NIF debe almacenarse (</a:t>
            </a:r>
            <a:r>
              <a:rPr lang="es-ES" sz="1100" i="1" dirty="0" err="1">
                <a:latin typeface="Santander Text" panose="020B0504020201020104" pitchFamily="34" charset="0"/>
              </a:rPr>
              <a:t>json</a:t>
            </a:r>
            <a:r>
              <a:rPr lang="es-ES" sz="1100" i="1" dirty="0">
                <a:latin typeface="Santander Text" panose="020B0504020201020104" pitchFamily="34" charset="0"/>
              </a:rPr>
              <a:t> y </a:t>
            </a:r>
            <a:r>
              <a:rPr lang="es-ES" sz="1100" i="1" dirty="0" err="1">
                <a:latin typeface="Santander Text" panose="020B0504020201020104" pitchFamily="34" charset="0"/>
              </a:rPr>
              <a:t>pdfs</a:t>
            </a:r>
            <a:r>
              <a:rPr lang="es-ES" sz="1100" i="1" dirty="0">
                <a:latin typeface="Santander Text" panose="020B0504020201020104" pitchFamily="34" charset="0"/>
              </a:rPr>
              <a:t>)</a:t>
            </a:r>
          </a:p>
          <a:p>
            <a:r>
              <a:rPr lang="es-ES" sz="1100" i="1" dirty="0">
                <a:latin typeface="Santander Text" panose="020B0504020201020104" pitchFamily="34" charset="0"/>
              </a:rPr>
              <a:t>Se deberá guardar en BBDD la informacion con la que se ha evaluado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A27471E-8C27-5A60-AB6A-7C81850780F4}"/>
              </a:ext>
            </a:extLst>
          </p:cNvPr>
          <p:cNvSpPr/>
          <p:nvPr/>
        </p:nvSpPr>
        <p:spPr>
          <a:xfrm>
            <a:off x="3886218" y="2745134"/>
            <a:ext cx="157435" cy="157992"/>
          </a:xfrm>
          <a:prstGeom prst="ellipse">
            <a:avLst/>
          </a:prstGeom>
          <a:solidFill>
            <a:schemeClr val="tx2">
              <a:lumMod val="50000"/>
              <a:lumOff val="50000"/>
              <a:alpha val="2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+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B14A08-9069-5DDA-15A7-54D5B6FD10F1}"/>
              </a:ext>
            </a:extLst>
          </p:cNvPr>
          <p:cNvSpPr txBox="1"/>
          <p:nvPr/>
        </p:nvSpPr>
        <p:spPr>
          <a:xfrm>
            <a:off x="371474" y="778121"/>
            <a:ext cx="11249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>
                <a:latin typeface="Santander Text" panose="020B0504020201020104" pitchFamily="34" charset="0"/>
              </a:rPr>
              <a:t>El cliente sólo rellena los datos laborales si se deniega en el motor por capacidad de pago o antigüedad laboral. Información de ingresos y </a:t>
            </a:r>
            <a:r>
              <a:rPr lang="es-ES" sz="1200" i="1" dirty="0" err="1">
                <a:latin typeface="Santander Text" panose="020B0504020201020104" pitchFamily="34" charset="0"/>
              </a:rPr>
              <a:t>ant</a:t>
            </a:r>
            <a:r>
              <a:rPr lang="es-ES" sz="1200" i="1" dirty="0">
                <a:latin typeface="Santander Text" panose="020B0504020201020104" pitchFamily="34" charset="0"/>
              </a:rPr>
              <a:t>. laboral obtenidos no visibles.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137AF00-FA1E-1B56-BDCE-436D6DDFF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456" y="3084716"/>
            <a:ext cx="1672955" cy="660139"/>
          </a:xfrm>
          <a:prstGeom prst="rect">
            <a:avLst/>
          </a:prstGeom>
        </p:spPr>
      </p:pic>
      <p:sp>
        <p:nvSpPr>
          <p:cNvPr id="3" name="Globo: línea doblada doble con borde y barra de énfasis 2">
            <a:extLst>
              <a:ext uri="{FF2B5EF4-FFF2-40B4-BE49-F238E27FC236}">
                <a16:creationId xmlns:a16="http://schemas.microsoft.com/office/drawing/2014/main" id="{D3AC6F80-2FE1-C4FD-22B4-E9041C7A3AE8}"/>
              </a:ext>
            </a:extLst>
          </p:cNvPr>
          <p:cNvSpPr/>
          <p:nvPr/>
        </p:nvSpPr>
        <p:spPr>
          <a:xfrm>
            <a:off x="4945747" y="3871012"/>
            <a:ext cx="1039366" cy="536732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351"/>
              <a:gd name="adj6" fmla="val -19566"/>
              <a:gd name="adj7" fmla="val -193264"/>
              <a:gd name="adj8" fmla="val 9985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650" b="1" dirty="0">
                <a:solidFill>
                  <a:srgbClr val="000000"/>
                </a:solidFill>
                <a:latin typeface="Santander Headline"/>
              </a:rPr>
              <a:t>Informacion a MOTORES</a:t>
            </a:r>
          </a:p>
          <a:p>
            <a:pPr lvl="0" algn="ctr">
              <a:defRPr/>
            </a:pP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(KPIs – TGSS +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Estimacion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ingresos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+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indicador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i="1" dirty="0" err="1">
                <a:solidFill>
                  <a:srgbClr val="000000"/>
                </a:solidFill>
                <a:latin typeface="Santander Headline"/>
              </a:rPr>
              <a:t>empleabilidad</a:t>
            </a:r>
            <a:r>
              <a:rPr lang="en-GB" sz="650" i="1" dirty="0">
                <a:solidFill>
                  <a:srgbClr val="000000"/>
                </a:solidFill>
                <a:latin typeface="Santander Headline"/>
              </a:rPr>
              <a:t>)</a:t>
            </a:r>
          </a:p>
        </p:txBody>
      </p:sp>
      <p:sp>
        <p:nvSpPr>
          <p:cNvPr id="45" name="Diamond 274">
            <a:extLst>
              <a:ext uri="{FF2B5EF4-FFF2-40B4-BE49-F238E27FC236}">
                <a16:creationId xmlns:a16="http://schemas.microsoft.com/office/drawing/2014/main" id="{DCD9289D-AEAC-C1B6-C70F-CAA149BB7EFB}"/>
              </a:ext>
            </a:extLst>
          </p:cNvPr>
          <p:cNvSpPr/>
          <p:nvPr/>
        </p:nvSpPr>
        <p:spPr bwMode="auto">
          <a:xfrm>
            <a:off x="6125819" y="2731498"/>
            <a:ext cx="180000" cy="186428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46" name="Rectangle 453">
            <a:extLst>
              <a:ext uri="{FF2B5EF4-FFF2-40B4-BE49-F238E27FC236}">
                <a16:creationId xmlns:a16="http://schemas.microsoft.com/office/drawing/2014/main" id="{0C698681-0A24-CEDA-E9A5-4228698EEE2E}"/>
              </a:ext>
            </a:extLst>
          </p:cNvPr>
          <p:cNvSpPr/>
          <p:nvPr/>
        </p:nvSpPr>
        <p:spPr>
          <a:xfrm>
            <a:off x="6231869" y="2760381"/>
            <a:ext cx="906066" cy="1450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1ª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de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consultas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49" name="Connector: Elbow 119">
            <a:extLst>
              <a:ext uri="{FF2B5EF4-FFF2-40B4-BE49-F238E27FC236}">
                <a16:creationId xmlns:a16="http://schemas.microsoft.com/office/drawing/2014/main" id="{F2C5174B-B674-6101-DC8A-B3DCF92ECA04}"/>
              </a:ext>
            </a:extLst>
          </p:cNvPr>
          <p:cNvCxnSpPr>
            <a:cxnSpLocks/>
            <a:stCxn id="45" idx="0"/>
            <a:endCxn id="51" idx="2"/>
          </p:cNvCxnSpPr>
          <p:nvPr/>
        </p:nvCxnSpPr>
        <p:spPr>
          <a:xfrm rot="5400000" flipH="1" flipV="1">
            <a:off x="6119804" y="1915469"/>
            <a:ext cx="912045" cy="720015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254">
            <a:extLst>
              <a:ext uri="{FF2B5EF4-FFF2-40B4-BE49-F238E27FC236}">
                <a16:creationId xmlns:a16="http://schemas.microsoft.com/office/drawing/2014/main" id="{9D344470-39D5-A7DD-37C9-060556BBE334}"/>
              </a:ext>
            </a:extLst>
          </p:cNvPr>
          <p:cNvSpPr>
            <a:spLocks/>
          </p:cNvSpPr>
          <p:nvPr/>
        </p:nvSpPr>
        <p:spPr bwMode="auto">
          <a:xfrm>
            <a:off x="6935834" y="1770276"/>
            <a:ext cx="98355" cy="98354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52" name="Rectangle 49">
            <a:extLst>
              <a:ext uri="{FF2B5EF4-FFF2-40B4-BE49-F238E27FC236}">
                <a16:creationId xmlns:a16="http://schemas.microsoft.com/office/drawing/2014/main" id="{959CEDC8-CCC3-8BC0-1B07-96B9F43C34E4}"/>
              </a:ext>
            </a:extLst>
          </p:cNvPr>
          <p:cNvSpPr/>
          <p:nvPr/>
        </p:nvSpPr>
        <p:spPr>
          <a:xfrm>
            <a:off x="6985012" y="1753171"/>
            <a:ext cx="300038" cy="1383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End</a:t>
            </a:r>
          </a:p>
        </p:txBody>
      </p:sp>
      <p:sp>
        <p:nvSpPr>
          <p:cNvPr id="53" name="Rectangle 453">
            <a:extLst>
              <a:ext uri="{FF2B5EF4-FFF2-40B4-BE49-F238E27FC236}">
                <a16:creationId xmlns:a16="http://schemas.microsoft.com/office/drawing/2014/main" id="{ED703ADC-C6CB-9A24-855B-CB2C1E71416A}"/>
              </a:ext>
            </a:extLst>
          </p:cNvPr>
          <p:cNvSpPr/>
          <p:nvPr/>
        </p:nvSpPr>
        <p:spPr>
          <a:xfrm>
            <a:off x="6135298" y="3087842"/>
            <a:ext cx="309825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rgbClr val="FF0000"/>
                </a:solidFill>
                <a:latin typeface="Santander Headline"/>
              </a:rPr>
              <a:t>KO</a:t>
            </a:r>
            <a:endParaRPr kumimoji="0" lang="en-GB" sz="7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54" name="Rectangle 453">
            <a:extLst>
              <a:ext uri="{FF2B5EF4-FFF2-40B4-BE49-F238E27FC236}">
                <a16:creationId xmlns:a16="http://schemas.microsoft.com/office/drawing/2014/main" id="{C752F999-69EE-1AC3-DBE6-924487F6220E}"/>
              </a:ext>
            </a:extLst>
          </p:cNvPr>
          <p:cNvSpPr/>
          <p:nvPr/>
        </p:nvSpPr>
        <p:spPr>
          <a:xfrm>
            <a:off x="6552496" y="3218806"/>
            <a:ext cx="1024197" cy="11340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KO Salvable: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No SJI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KO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, ant.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, score 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combinación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ellas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.</a:t>
            </a:r>
          </a:p>
          <a:p>
            <a:pPr marL="171450" indent="-171450">
              <a:buFontTx/>
              <a:buChar char="-"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SJI: 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salvable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antigüedad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9328094-A3AD-0CF9-3A10-23C959CFB2EA}"/>
              </a:ext>
            </a:extLst>
          </p:cNvPr>
          <p:cNvGrpSpPr/>
          <p:nvPr/>
        </p:nvGrpSpPr>
        <p:grpSpPr>
          <a:xfrm>
            <a:off x="7712580" y="4361917"/>
            <a:ext cx="349216" cy="138319"/>
            <a:chOff x="8612224" y="2929289"/>
            <a:chExt cx="349216" cy="138319"/>
          </a:xfrm>
        </p:grpSpPr>
        <p:sp>
          <p:nvSpPr>
            <p:cNvPr id="56" name="Flowchart: Connector 254">
              <a:extLst>
                <a:ext uri="{FF2B5EF4-FFF2-40B4-BE49-F238E27FC236}">
                  <a16:creationId xmlns:a16="http://schemas.microsoft.com/office/drawing/2014/main" id="{D2ABC4D0-B144-8BAC-FE29-B90E66997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224" y="2950951"/>
              <a:ext cx="98355" cy="983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  <p:sp>
          <p:nvSpPr>
            <p:cNvPr id="57" name="Rectangle 49">
              <a:extLst>
                <a:ext uri="{FF2B5EF4-FFF2-40B4-BE49-F238E27FC236}">
                  <a16:creationId xmlns:a16="http://schemas.microsoft.com/office/drawing/2014/main" id="{90DAF6DD-E187-83E0-EC58-C1D99ED4818E}"/>
                </a:ext>
              </a:extLst>
            </p:cNvPr>
            <p:cNvSpPr/>
            <p:nvPr/>
          </p:nvSpPr>
          <p:spPr>
            <a:xfrm>
              <a:off x="8661402" y="2929289"/>
              <a:ext cx="300038" cy="13831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End</a:t>
              </a:r>
            </a:p>
          </p:txBody>
        </p:sp>
      </p:grp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5AE1A2AD-4BE0-BFF1-72FC-473C234FE965}"/>
              </a:ext>
            </a:extLst>
          </p:cNvPr>
          <p:cNvCxnSpPr>
            <a:cxnSpLocks/>
          </p:cNvCxnSpPr>
          <p:nvPr/>
        </p:nvCxnSpPr>
        <p:spPr>
          <a:xfrm>
            <a:off x="6522654" y="3785808"/>
            <a:ext cx="1152501" cy="640510"/>
          </a:xfrm>
          <a:prstGeom prst="bentConnector3">
            <a:avLst>
              <a:gd name="adj1" fmla="val 206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453">
            <a:extLst>
              <a:ext uri="{FF2B5EF4-FFF2-40B4-BE49-F238E27FC236}">
                <a16:creationId xmlns:a16="http://schemas.microsoft.com/office/drawing/2014/main" id="{D7603AF0-FA7B-13E2-8C9A-EFD1C31C950E}"/>
              </a:ext>
            </a:extLst>
          </p:cNvPr>
          <p:cNvSpPr/>
          <p:nvPr/>
        </p:nvSpPr>
        <p:spPr>
          <a:xfrm>
            <a:off x="6551542" y="4433937"/>
            <a:ext cx="422473" cy="13382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Resto KOs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F54708A-D360-591B-2B9A-5304C41EECD2}"/>
              </a:ext>
            </a:extLst>
          </p:cNvPr>
          <p:cNvSpPr/>
          <p:nvPr/>
        </p:nvSpPr>
        <p:spPr>
          <a:xfrm>
            <a:off x="9864788" y="3060518"/>
            <a:ext cx="1276785" cy="3380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revisión Vida Laboral</a:t>
            </a:r>
          </a:p>
        </p:txBody>
      </p:sp>
      <p:sp>
        <p:nvSpPr>
          <p:cNvPr id="61" name="Rectangle 453">
            <a:extLst>
              <a:ext uri="{FF2B5EF4-FFF2-40B4-BE49-F238E27FC236}">
                <a16:creationId xmlns:a16="http://schemas.microsoft.com/office/drawing/2014/main" id="{A8A2BC00-1CBF-EAD3-5E27-2A1826B3A213}"/>
              </a:ext>
            </a:extLst>
          </p:cNvPr>
          <p:cNvSpPr/>
          <p:nvPr/>
        </p:nvSpPr>
        <p:spPr>
          <a:xfrm>
            <a:off x="8782288" y="2735801"/>
            <a:ext cx="628836" cy="3380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2ª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declarativa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+ LC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62" name="Rectangle 453">
            <a:extLst>
              <a:ext uri="{FF2B5EF4-FFF2-40B4-BE49-F238E27FC236}">
                <a16:creationId xmlns:a16="http://schemas.microsoft.com/office/drawing/2014/main" id="{C44CEC8E-4357-AC41-A2F1-4F75D0581818}"/>
              </a:ext>
            </a:extLst>
          </p:cNvPr>
          <p:cNvSpPr/>
          <p:nvPr/>
        </p:nvSpPr>
        <p:spPr>
          <a:xfrm>
            <a:off x="9157949" y="2473690"/>
            <a:ext cx="723216" cy="13382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Ingresos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por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consulta </a:t>
            </a:r>
          </a:p>
        </p:txBody>
      </p:sp>
      <p:sp>
        <p:nvSpPr>
          <p:cNvPr id="63" name="Rectangle 453">
            <a:extLst>
              <a:ext uri="{FF2B5EF4-FFF2-40B4-BE49-F238E27FC236}">
                <a16:creationId xmlns:a16="http://schemas.microsoft.com/office/drawing/2014/main" id="{783B1769-0C77-7D97-838A-9DE194499F91}"/>
              </a:ext>
            </a:extLst>
          </p:cNvPr>
          <p:cNvSpPr/>
          <p:nvPr/>
        </p:nvSpPr>
        <p:spPr>
          <a:xfrm>
            <a:off x="9411124" y="3413521"/>
            <a:ext cx="792212" cy="15017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Ant. Laboral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por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consulta </a:t>
            </a:r>
          </a:p>
        </p:txBody>
      </p:sp>
      <p:cxnSp>
        <p:nvCxnSpPr>
          <p:cNvPr id="192" name="Conector: angular 191">
            <a:extLst>
              <a:ext uri="{FF2B5EF4-FFF2-40B4-BE49-F238E27FC236}">
                <a16:creationId xmlns:a16="http://schemas.microsoft.com/office/drawing/2014/main" id="{61D778E8-DD2B-C36A-45E2-27EBC0EE1E2E}"/>
              </a:ext>
            </a:extLst>
          </p:cNvPr>
          <p:cNvCxnSpPr>
            <a:cxnSpLocks/>
            <a:endCxn id="193" idx="1"/>
          </p:cNvCxnSpPr>
          <p:nvPr/>
        </p:nvCxnSpPr>
        <p:spPr>
          <a:xfrm flipV="1">
            <a:off x="6524514" y="3221689"/>
            <a:ext cx="1131845" cy="564119"/>
          </a:xfrm>
          <a:prstGeom prst="bentConnector3">
            <a:avLst>
              <a:gd name="adj1" fmla="val -72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ectángulo 192">
            <a:extLst>
              <a:ext uri="{FF2B5EF4-FFF2-40B4-BE49-F238E27FC236}">
                <a16:creationId xmlns:a16="http://schemas.microsoft.com/office/drawing/2014/main" id="{DDB48A99-BD82-D457-97CB-7EF1854D2466}"/>
              </a:ext>
            </a:extLst>
          </p:cNvPr>
          <p:cNvSpPr/>
          <p:nvPr/>
        </p:nvSpPr>
        <p:spPr>
          <a:xfrm>
            <a:off x="7656359" y="2904846"/>
            <a:ext cx="1115352" cy="63368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Habilita la contratación para retomar la solicitud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Mensaje informativo al dealer</a:t>
            </a:r>
            <a:endParaRPr lang="es-ES" sz="900" kern="0" dirty="0">
              <a:solidFill>
                <a:schemeClr val="tx1"/>
              </a:solidFill>
              <a:latin typeface="Santander Headline" panose="020B0504020201020104" pitchFamily="34" charset="0"/>
              <a:cs typeface="Arial" charset="0"/>
            </a:endParaRPr>
          </a:p>
        </p:txBody>
      </p:sp>
      <p:sp>
        <p:nvSpPr>
          <p:cNvPr id="194" name="Diamond 274">
            <a:extLst>
              <a:ext uri="{FF2B5EF4-FFF2-40B4-BE49-F238E27FC236}">
                <a16:creationId xmlns:a16="http://schemas.microsoft.com/office/drawing/2014/main" id="{ED270D75-1DF3-6324-4021-1E83202F5345}"/>
              </a:ext>
            </a:extLst>
          </p:cNvPr>
          <p:cNvSpPr/>
          <p:nvPr/>
        </p:nvSpPr>
        <p:spPr bwMode="auto">
          <a:xfrm>
            <a:off x="9016125" y="3130948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195" name="Conector recto de flecha 194">
            <a:extLst>
              <a:ext uri="{FF2B5EF4-FFF2-40B4-BE49-F238E27FC236}">
                <a16:creationId xmlns:a16="http://schemas.microsoft.com/office/drawing/2014/main" id="{5148C39C-BF4D-CDF0-7211-1C5F4517EBE4}"/>
              </a:ext>
            </a:extLst>
          </p:cNvPr>
          <p:cNvCxnSpPr>
            <a:cxnSpLocks/>
            <a:stCxn id="193" idx="3"/>
            <a:endCxn id="194" idx="1"/>
          </p:cNvCxnSpPr>
          <p:nvPr/>
        </p:nvCxnSpPr>
        <p:spPr>
          <a:xfrm flipV="1">
            <a:off x="8771711" y="3220948"/>
            <a:ext cx="244414" cy="74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ector: angular 195">
            <a:extLst>
              <a:ext uri="{FF2B5EF4-FFF2-40B4-BE49-F238E27FC236}">
                <a16:creationId xmlns:a16="http://schemas.microsoft.com/office/drawing/2014/main" id="{73DDBD60-8426-9718-8227-86703BE0F616}"/>
              </a:ext>
            </a:extLst>
          </p:cNvPr>
          <p:cNvCxnSpPr>
            <a:cxnSpLocks/>
            <a:stCxn id="194" idx="2"/>
            <a:endCxn id="57" idx="3"/>
          </p:cNvCxnSpPr>
          <p:nvPr/>
        </p:nvCxnSpPr>
        <p:spPr>
          <a:xfrm rot="5400000">
            <a:off x="8023897" y="3348848"/>
            <a:ext cx="1120129" cy="1044329"/>
          </a:xfrm>
          <a:prstGeom prst="bentConnector2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7" name="Imagen 196">
            <a:extLst>
              <a:ext uri="{FF2B5EF4-FFF2-40B4-BE49-F238E27FC236}">
                <a16:creationId xmlns:a16="http://schemas.microsoft.com/office/drawing/2014/main" id="{570C9BAE-1FF1-B583-379E-ADA236BC3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460" y="3359825"/>
            <a:ext cx="310923" cy="201185"/>
          </a:xfrm>
          <a:prstGeom prst="rect">
            <a:avLst/>
          </a:prstGeom>
        </p:spPr>
      </p:pic>
      <p:cxnSp>
        <p:nvCxnSpPr>
          <p:cNvPr id="198" name="Connector: Elbow 119">
            <a:extLst>
              <a:ext uri="{FF2B5EF4-FFF2-40B4-BE49-F238E27FC236}">
                <a16:creationId xmlns:a16="http://schemas.microsoft.com/office/drawing/2014/main" id="{2FE103FB-C2D7-78AC-984C-0CDC0641793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58718" y="2739134"/>
            <a:ext cx="558476" cy="42877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453">
            <a:extLst>
              <a:ext uri="{FF2B5EF4-FFF2-40B4-BE49-F238E27FC236}">
                <a16:creationId xmlns:a16="http://schemas.microsoft.com/office/drawing/2014/main" id="{984A958C-B321-E25A-FEB1-BA2DE2165FF1}"/>
              </a:ext>
            </a:extLst>
          </p:cNvPr>
          <p:cNvSpPr/>
          <p:nvPr/>
        </p:nvSpPr>
        <p:spPr>
          <a:xfrm>
            <a:off x="9165146" y="3230352"/>
            <a:ext cx="258424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77D72A59-D3BC-DFD0-0AD5-4E3AB8ED72FF}"/>
              </a:ext>
            </a:extLst>
          </p:cNvPr>
          <p:cNvSpPr/>
          <p:nvPr/>
        </p:nvSpPr>
        <p:spPr>
          <a:xfrm>
            <a:off x="9852342" y="2509104"/>
            <a:ext cx="1276785" cy="3380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justificante de ingresos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386B5425-9D01-F0FF-2A4C-F66547E928B7}"/>
              </a:ext>
            </a:extLst>
          </p:cNvPr>
          <p:cNvSpPr/>
          <p:nvPr/>
        </p:nvSpPr>
        <p:spPr>
          <a:xfrm>
            <a:off x="9876441" y="3760269"/>
            <a:ext cx="1269370" cy="41214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justificante de ingresos +  revisión Vida Laboral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AFD11B35-BDA4-F8A8-E782-3D60EA69031D}"/>
              </a:ext>
            </a:extLst>
          </p:cNvPr>
          <p:cNvCxnSpPr>
            <a:cxnSpLocks/>
            <a:stCxn id="194" idx="3"/>
            <a:endCxn id="60" idx="1"/>
          </p:cNvCxnSpPr>
          <p:nvPr/>
        </p:nvCxnSpPr>
        <p:spPr>
          <a:xfrm>
            <a:off x="9196125" y="3220948"/>
            <a:ext cx="668663" cy="8615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: Elbow 119">
            <a:extLst>
              <a:ext uri="{FF2B5EF4-FFF2-40B4-BE49-F238E27FC236}">
                <a16:creationId xmlns:a16="http://schemas.microsoft.com/office/drawing/2014/main" id="{709EF819-EC70-27C8-2A27-BD34C7F9283B}"/>
              </a:ext>
            </a:extLst>
          </p:cNvPr>
          <p:cNvCxnSpPr>
            <a:cxnSpLocks/>
            <a:endCxn id="201" idx="1"/>
          </p:cNvCxnSpPr>
          <p:nvPr/>
        </p:nvCxnSpPr>
        <p:spPr>
          <a:xfrm rot="16200000" flipH="1">
            <a:off x="9278295" y="3368195"/>
            <a:ext cx="744654" cy="45163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453">
            <a:extLst>
              <a:ext uri="{FF2B5EF4-FFF2-40B4-BE49-F238E27FC236}">
                <a16:creationId xmlns:a16="http://schemas.microsoft.com/office/drawing/2014/main" id="{C76132A6-6F5E-3465-D9EC-41D6A4DD06A8}"/>
              </a:ext>
            </a:extLst>
          </p:cNvPr>
          <p:cNvSpPr/>
          <p:nvPr/>
        </p:nvSpPr>
        <p:spPr>
          <a:xfrm>
            <a:off x="9168848" y="4023632"/>
            <a:ext cx="723216" cy="30437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Pero KO </a:t>
            </a:r>
            <a:r>
              <a:rPr kumimoji="0" lang="en-GB" sz="70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Ingresos</a:t>
            </a:r>
            <a:r>
              <a:rPr kumimoji="0" lang="en-GB" sz="7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 + KO Ant. Laboral ó Score</a:t>
            </a:r>
          </a:p>
        </p:txBody>
      </p:sp>
      <p:sp>
        <p:nvSpPr>
          <p:cNvPr id="211" name="Rectangle 453">
            <a:extLst>
              <a:ext uri="{FF2B5EF4-FFF2-40B4-BE49-F238E27FC236}">
                <a16:creationId xmlns:a16="http://schemas.microsoft.com/office/drawing/2014/main" id="{C3468943-14B5-5FB7-CE98-5D310CD3241C}"/>
              </a:ext>
            </a:extLst>
          </p:cNvPr>
          <p:cNvSpPr/>
          <p:nvPr/>
        </p:nvSpPr>
        <p:spPr>
          <a:xfrm>
            <a:off x="7706482" y="3534347"/>
            <a:ext cx="1474662" cy="41728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* Los campos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y ant. Laboral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limpios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y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editables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cxnSp>
        <p:nvCxnSpPr>
          <p:cNvPr id="212" name="Connector: Elbow 119">
            <a:extLst>
              <a:ext uri="{FF2B5EF4-FFF2-40B4-BE49-F238E27FC236}">
                <a16:creationId xmlns:a16="http://schemas.microsoft.com/office/drawing/2014/main" id="{5B5181F3-3BCE-B2F3-68E5-2C4239829EAC}"/>
              </a:ext>
            </a:extLst>
          </p:cNvPr>
          <p:cNvCxnSpPr>
            <a:cxnSpLocks/>
            <a:stCxn id="45" idx="2"/>
          </p:cNvCxnSpPr>
          <p:nvPr/>
        </p:nvCxnSpPr>
        <p:spPr>
          <a:xfrm rot="16200000" flipH="1">
            <a:off x="5932357" y="3201388"/>
            <a:ext cx="867884" cy="300960"/>
          </a:xfrm>
          <a:prstGeom prst="bentConnector3">
            <a:avLst>
              <a:gd name="adj1" fmla="val 99113"/>
            </a:avLst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453">
            <a:extLst>
              <a:ext uri="{FF2B5EF4-FFF2-40B4-BE49-F238E27FC236}">
                <a16:creationId xmlns:a16="http://schemas.microsoft.com/office/drawing/2014/main" id="{1856CCCF-924C-1EB0-0089-0BCB6936E455}"/>
              </a:ext>
            </a:extLst>
          </p:cNvPr>
          <p:cNvSpPr/>
          <p:nvPr/>
        </p:nvSpPr>
        <p:spPr>
          <a:xfrm>
            <a:off x="7029921" y="1879133"/>
            <a:ext cx="2645504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MOTOR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No se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pide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justificante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ni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hay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que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revisar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Vida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sp>
        <p:nvSpPr>
          <p:cNvPr id="214" name="Rectangle 453">
            <a:extLst>
              <a:ext uri="{FF2B5EF4-FFF2-40B4-BE49-F238E27FC236}">
                <a16:creationId xmlns:a16="http://schemas.microsoft.com/office/drawing/2014/main" id="{69EE80EC-6CE4-2792-EC5F-B32BA46C4506}"/>
              </a:ext>
            </a:extLst>
          </p:cNvPr>
          <p:cNvSpPr/>
          <p:nvPr/>
        </p:nvSpPr>
        <p:spPr>
          <a:xfrm>
            <a:off x="7808934" y="4517378"/>
            <a:ext cx="1044330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Solicitud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DENEGADA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sp>
        <p:nvSpPr>
          <p:cNvPr id="215" name="Rectangle 453">
            <a:extLst>
              <a:ext uri="{FF2B5EF4-FFF2-40B4-BE49-F238E27FC236}">
                <a16:creationId xmlns:a16="http://schemas.microsoft.com/office/drawing/2014/main" id="{E54F69CA-9C27-00D3-B578-C6F97313AA52}"/>
              </a:ext>
            </a:extLst>
          </p:cNvPr>
          <p:cNvSpPr/>
          <p:nvPr/>
        </p:nvSpPr>
        <p:spPr>
          <a:xfrm>
            <a:off x="6094306" y="2368781"/>
            <a:ext cx="422473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65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B4D53-6ABB-BA5C-F901-841407FE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1F9D358-9413-279A-24A5-414102D0D6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1F9D358-9413-279A-24A5-414102D0D6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361B567-5F3E-BBAB-8730-6BFE3A858879}"/>
              </a:ext>
            </a:extLst>
          </p:cNvPr>
          <p:cNvSpPr txBox="1">
            <a:spLocks/>
          </p:cNvSpPr>
          <p:nvPr/>
        </p:nvSpPr>
        <p:spPr>
          <a:xfrm>
            <a:off x="471066" y="304728"/>
            <a:ext cx="11249868" cy="2769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_tradnl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Solución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LaborCheck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– Visión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Riesgos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evaluación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). PENSIONISTA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D92562D-82C3-5251-E260-5A115AD03F6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85141" y="2478742"/>
            <a:ext cx="902201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105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Pensionista</a:t>
            </a:r>
            <a:endParaRPr lang="en-US" altLang="en-US" sz="1050" b="1" kern="0" dirty="0">
              <a:solidFill>
                <a:srgbClr val="000000"/>
              </a:solidFill>
              <a:latin typeface="Santander Headline" panose="020B0504020201020104" pitchFamily="34" charset="0"/>
              <a:cs typeface="Arial" charset="0"/>
            </a:endParaRPr>
          </a:p>
        </p:txBody>
      </p:sp>
      <p:cxnSp>
        <p:nvCxnSpPr>
          <p:cNvPr id="202" name="Conector recto de flecha 201">
            <a:extLst>
              <a:ext uri="{FF2B5EF4-FFF2-40B4-BE49-F238E27FC236}">
                <a16:creationId xmlns:a16="http://schemas.microsoft.com/office/drawing/2014/main" id="{F3E94196-C3ED-2715-4F2A-5D924295FF30}"/>
              </a:ext>
            </a:extLst>
          </p:cNvPr>
          <p:cNvCxnSpPr>
            <a:cxnSpLocks/>
            <a:stCxn id="2" idx="3"/>
            <a:endCxn id="203" idx="1"/>
          </p:cNvCxnSpPr>
          <p:nvPr/>
        </p:nvCxnSpPr>
        <p:spPr>
          <a:xfrm>
            <a:off x="2287342" y="2703427"/>
            <a:ext cx="66239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3">
            <a:extLst>
              <a:ext uri="{FF2B5EF4-FFF2-40B4-BE49-F238E27FC236}">
                <a16:creationId xmlns:a16="http://schemas.microsoft.com/office/drawing/2014/main" id="{F9F7F014-EA93-0CA1-196E-09849464AFD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949737" y="2478742"/>
            <a:ext cx="1238866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40. </a:t>
            </a: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Solución</a:t>
            </a:r>
            <a:r>
              <a:rPr lang="en-US" altLang="en-US" sz="90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</a:t>
            </a:r>
            <a:r>
              <a:rPr lang="en-US" altLang="en-US" sz="900" b="1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FastJson</a:t>
            </a:r>
            <a:endParaRPr lang="en-US" altLang="en-US" sz="900" b="1" kern="0" dirty="0">
              <a:solidFill>
                <a:srgbClr val="000000"/>
              </a:solidFill>
              <a:latin typeface="Santander Headline" panose="020B0504020201020104" pitchFamily="34" charset="0"/>
              <a:cs typeface="Arial" charset="0"/>
            </a:endParaRPr>
          </a:p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(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acceso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 via clave </a:t>
            </a:r>
            <a:r>
              <a:rPr lang="en-US" altLang="en-US" sz="900" kern="0" dirty="0" err="1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movil</a:t>
            </a:r>
            <a:r>
              <a:rPr lang="en-US" altLang="en-U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) – </a:t>
            </a:r>
            <a:r>
              <a:rPr lang="en-US" altLang="en-US" sz="900" kern="0" dirty="0">
                <a:solidFill>
                  <a:srgbClr val="FF0000"/>
                </a:solidFill>
                <a:latin typeface="Santander Headline" panose="020B0504020201020104" pitchFamily="34" charset="0"/>
                <a:cs typeface="Arial" charset="0"/>
              </a:rPr>
              <a:t>solo TGSS/Pensiones</a:t>
            </a:r>
          </a:p>
        </p:txBody>
      </p:sp>
      <p:cxnSp>
        <p:nvCxnSpPr>
          <p:cNvPr id="209" name="Conector recto de flecha 208">
            <a:extLst>
              <a:ext uri="{FF2B5EF4-FFF2-40B4-BE49-F238E27FC236}">
                <a16:creationId xmlns:a16="http://schemas.microsoft.com/office/drawing/2014/main" id="{69E392A4-9630-2C05-3240-0D00A87AD47F}"/>
              </a:ext>
            </a:extLst>
          </p:cNvPr>
          <p:cNvCxnSpPr>
            <a:cxnSpLocks/>
            <a:stCxn id="203" idx="3"/>
            <a:endCxn id="11" idx="1"/>
          </p:cNvCxnSpPr>
          <p:nvPr/>
        </p:nvCxnSpPr>
        <p:spPr>
          <a:xfrm>
            <a:off x="4188603" y="2703427"/>
            <a:ext cx="1450197" cy="616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Globo: línea doblada doble con borde y barra de énfasis 333">
            <a:extLst>
              <a:ext uri="{FF2B5EF4-FFF2-40B4-BE49-F238E27FC236}">
                <a16:creationId xmlns:a16="http://schemas.microsoft.com/office/drawing/2014/main" id="{8C00C700-A953-607E-8E62-0E14826388E9}"/>
              </a:ext>
            </a:extLst>
          </p:cNvPr>
          <p:cNvSpPr/>
          <p:nvPr/>
        </p:nvSpPr>
        <p:spPr>
          <a:xfrm>
            <a:off x="4574303" y="3052205"/>
            <a:ext cx="1051340" cy="536732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351"/>
              <a:gd name="adj6" fmla="val -19566"/>
              <a:gd name="adj7" fmla="val -64466"/>
              <a:gd name="adj8" fmla="val 39281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650" b="1" dirty="0">
                <a:solidFill>
                  <a:srgbClr val="000000"/>
                </a:solidFill>
                <a:latin typeface="Santander Headline"/>
              </a:rPr>
              <a:t>Informacion a MOTORES  de </a:t>
            </a:r>
            <a:r>
              <a:rPr lang="en-GB" sz="650" b="1" dirty="0" err="1">
                <a:solidFill>
                  <a:srgbClr val="000000"/>
                </a:solidFill>
                <a:latin typeface="Santander Headline"/>
              </a:rPr>
              <a:t>RevalPensiones</a:t>
            </a:r>
            <a:r>
              <a:rPr lang="en-GB" sz="650" b="1" dirty="0">
                <a:solidFill>
                  <a:srgbClr val="000000"/>
                </a:solidFill>
                <a:latin typeface="Santander Headline"/>
              </a:rPr>
              <a:t>:</a:t>
            </a:r>
          </a:p>
          <a:p>
            <a:pPr lvl="0" algn="ctr">
              <a:defRPr/>
            </a:pP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Importe</a:t>
            </a:r>
            <a:r>
              <a:rPr lang="en-GB" sz="650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neto</a:t>
            </a:r>
            <a:r>
              <a:rPr lang="en-GB" sz="650" dirty="0">
                <a:solidFill>
                  <a:srgbClr val="000000"/>
                </a:solidFill>
                <a:latin typeface="Santander Headline"/>
              </a:rPr>
              <a:t> </a:t>
            </a: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cobrado</a:t>
            </a:r>
            <a:r>
              <a:rPr lang="en-GB" sz="650" dirty="0">
                <a:solidFill>
                  <a:srgbClr val="000000"/>
                </a:solidFill>
                <a:latin typeface="Santander Headline"/>
              </a:rPr>
              <a:t>, </a:t>
            </a: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año</a:t>
            </a:r>
            <a:r>
              <a:rPr lang="en-GB" sz="650" dirty="0">
                <a:solidFill>
                  <a:srgbClr val="000000"/>
                </a:solidFill>
                <a:latin typeface="Santander Headline"/>
              </a:rPr>
              <a:t>, </a:t>
            </a: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mes</a:t>
            </a:r>
            <a:r>
              <a:rPr lang="en-GB" sz="650" dirty="0">
                <a:solidFill>
                  <a:srgbClr val="000000"/>
                </a:solidFill>
                <a:latin typeface="Santander Headline"/>
              </a:rPr>
              <a:t> del </a:t>
            </a:r>
            <a:r>
              <a:rPr lang="en-GB" sz="650" dirty="0" err="1">
                <a:solidFill>
                  <a:srgbClr val="000000"/>
                </a:solidFill>
                <a:latin typeface="Santander Headline"/>
              </a:rPr>
              <a:t>cobro</a:t>
            </a:r>
            <a:endParaRPr lang="en-GB" sz="650" dirty="0">
              <a:solidFill>
                <a:srgbClr val="000000"/>
              </a:solidFill>
              <a:latin typeface="Santander Headline"/>
            </a:endParaRPr>
          </a:p>
        </p:txBody>
      </p: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B78349E7-C0BE-D59C-23D7-447830017C55}"/>
              </a:ext>
            </a:extLst>
          </p:cNvPr>
          <p:cNvSpPr txBox="1"/>
          <p:nvPr/>
        </p:nvSpPr>
        <p:spPr>
          <a:xfrm>
            <a:off x="758113" y="6354439"/>
            <a:ext cx="5716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>
                <a:latin typeface="Santander Text" panose="020B0504020201020104" pitchFamily="34" charset="0"/>
              </a:rPr>
              <a:t>*Toda la información extraída de las consultas por DNI/NIF debe almacenarse (</a:t>
            </a:r>
            <a:r>
              <a:rPr lang="es-ES" sz="1100" i="1" dirty="0" err="1">
                <a:latin typeface="Santander Text" panose="020B0504020201020104" pitchFamily="34" charset="0"/>
              </a:rPr>
              <a:t>json</a:t>
            </a:r>
            <a:r>
              <a:rPr lang="es-ES" sz="1100" i="1" dirty="0">
                <a:latin typeface="Santander Text" panose="020B0504020201020104" pitchFamily="34" charset="0"/>
              </a:rPr>
              <a:t> y </a:t>
            </a:r>
            <a:r>
              <a:rPr lang="es-ES" sz="1100" i="1" dirty="0" err="1">
                <a:latin typeface="Santander Text" panose="020B0504020201020104" pitchFamily="34" charset="0"/>
              </a:rPr>
              <a:t>pdfs</a:t>
            </a:r>
            <a:r>
              <a:rPr lang="es-ES" sz="1100" i="1" dirty="0">
                <a:latin typeface="Santander Text" panose="020B0504020201020104" pitchFamily="34" charset="0"/>
              </a:rPr>
              <a:t>)</a:t>
            </a:r>
          </a:p>
          <a:p>
            <a:r>
              <a:rPr lang="es-ES" sz="1100" i="1" dirty="0">
                <a:latin typeface="Santander Text" panose="020B0504020201020104" pitchFamily="34" charset="0"/>
              </a:rPr>
              <a:t>Se deberá guardar en BBDD la informacion con la que se ha evaluado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6A51F8-9D33-81CA-167B-6DA2BC34BA6B}"/>
              </a:ext>
            </a:extLst>
          </p:cNvPr>
          <p:cNvSpPr txBox="1"/>
          <p:nvPr/>
        </p:nvSpPr>
        <p:spPr>
          <a:xfrm>
            <a:off x="371474" y="778121"/>
            <a:ext cx="10208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 dirty="0">
                <a:latin typeface="Santander Text" panose="020B0504020201020104" pitchFamily="34" charset="0"/>
              </a:rPr>
              <a:t>El cliente sólo rellena los datos laborales si se deniega en el motor por capacidad de pago. Información de ingresos obtenidos no visibles.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F83E2D-DF7D-5F16-6B86-C5EE397B6E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586"/>
          <a:stretch>
            <a:fillRect/>
          </a:stretch>
        </p:blipFill>
        <p:spPr>
          <a:xfrm>
            <a:off x="2693230" y="3048579"/>
            <a:ext cx="1658716" cy="397308"/>
          </a:xfrm>
          <a:prstGeom prst="rect">
            <a:avLst/>
          </a:prstGeom>
        </p:spPr>
      </p:pic>
      <p:sp>
        <p:nvSpPr>
          <p:cNvPr id="11" name="Diamond 274">
            <a:extLst>
              <a:ext uri="{FF2B5EF4-FFF2-40B4-BE49-F238E27FC236}">
                <a16:creationId xmlns:a16="http://schemas.microsoft.com/office/drawing/2014/main" id="{66A76F15-9D5F-C49F-371E-0A5BC53DA112}"/>
              </a:ext>
            </a:extLst>
          </p:cNvPr>
          <p:cNvSpPr/>
          <p:nvPr/>
        </p:nvSpPr>
        <p:spPr bwMode="auto">
          <a:xfrm>
            <a:off x="5638800" y="2616375"/>
            <a:ext cx="180000" cy="186428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2" name="Rectangle 453">
            <a:extLst>
              <a:ext uri="{FF2B5EF4-FFF2-40B4-BE49-F238E27FC236}">
                <a16:creationId xmlns:a16="http://schemas.microsoft.com/office/drawing/2014/main" id="{5E817E38-45F0-B3DB-26A6-308E87E726AB}"/>
              </a:ext>
            </a:extLst>
          </p:cNvPr>
          <p:cNvSpPr/>
          <p:nvPr/>
        </p:nvSpPr>
        <p:spPr>
          <a:xfrm>
            <a:off x="5744850" y="2645258"/>
            <a:ext cx="906066" cy="1450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1ª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de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consultas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13" name="Connector: Elbow 119">
            <a:extLst>
              <a:ext uri="{FF2B5EF4-FFF2-40B4-BE49-F238E27FC236}">
                <a16:creationId xmlns:a16="http://schemas.microsoft.com/office/drawing/2014/main" id="{73F7079F-5FDF-A960-00C9-B95CEC6B24F8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rot="5400000" flipH="1" flipV="1">
            <a:off x="5632785" y="1800346"/>
            <a:ext cx="912045" cy="720015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254">
            <a:extLst>
              <a:ext uri="{FF2B5EF4-FFF2-40B4-BE49-F238E27FC236}">
                <a16:creationId xmlns:a16="http://schemas.microsoft.com/office/drawing/2014/main" id="{81E00A97-5D97-78A9-78F9-B25CF2FB06EB}"/>
              </a:ext>
            </a:extLst>
          </p:cNvPr>
          <p:cNvSpPr>
            <a:spLocks/>
          </p:cNvSpPr>
          <p:nvPr/>
        </p:nvSpPr>
        <p:spPr bwMode="auto">
          <a:xfrm>
            <a:off x="6448815" y="1655153"/>
            <a:ext cx="98355" cy="98354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6" name="Rectangle 49">
            <a:extLst>
              <a:ext uri="{FF2B5EF4-FFF2-40B4-BE49-F238E27FC236}">
                <a16:creationId xmlns:a16="http://schemas.microsoft.com/office/drawing/2014/main" id="{5613B4DF-670A-74B2-5159-DDF5217BF65E}"/>
              </a:ext>
            </a:extLst>
          </p:cNvPr>
          <p:cNvSpPr/>
          <p:nvPr/>
        </p:nvSpPr>
        <p:spPr>
          <a:xfrm>
            <a:off x="6497993" y="1638048"/>
            <a:ext cx="300038" cy="1383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End</a:t>
            </a:r>
          </a:p>
        </p:txBody>
      </p:sp>
      <p:sp>
        <p:nvSpPr>
          <p:cNvPr id="17" name="Rectangle 453">
            <a:extLst>
              <a:ext uri="{FF2B5EF4-FFF2-40B4-BE49-F238E27FC236}">
                <a16:creationId xmlns:a16="http://schemas.microsoft.com/office/drawing/2014/main" id="{52E59864-6555-2532-6A38-EEE0EC70AADD}"/>
              </a:ext>
            </a:extLst>
          </p:cNvPr>
          <p:cNvSpPr/>
          <p:nvPr/>
        </p:nvSpPr>
        <p:spPr>
          <a:xfrm>
            <a:off x="5663887" y="2892647"/>
            <a:ext cx="309825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rgbClr val="FF0000"/>
                </a:solidFill>
                <a:latin typeface="Santander Headline"/>
              </a:rPr>
              <a:t>KO</a:t>
            </a:r>
            <a:endParaRPr kumimoji="0" lang="en-GB" sz="7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18" name="Rectangle 453">
            <a:extLst>
              <a:ext uri="{FF2B5EF4-FFF2-40B4-BE49-F238E27FC236}">
                <a16:creationId xmlns:a16="http://schemas.microsoft.com/office/drawing/2014/main" id="{A464FA6A-341E-C63B-9EA7-B5F285F44592}"/>
              </a:ext>
            </a:extLst>
          </p:cNvPr>
          <p:cNvSpPr/>
          <p:nvPr/>
        </p:nvSpPr>
        <p:spPr>
          <a:xfrm>
            <a:off x="6065477" y="3103683"/>
            <a:ext cx="1024197" cy="11340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KO Salvable: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No SJI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KO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, score 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combinación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ellas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.</a:t>
            </a:r>
          </a:p>
          <a:p>
            <a:pPr marL="171450" indent="-171450">
              <a:buFontTx/>
              <a:buChar char="-"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SJI: 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no salvable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EC61A14-BB68-39E6-D7E8-7DE1B2183D4A}"/>
              </a:ext>
            </a:extLst>
          </p:cNvPr>
          <p:cNvGrpSpPr/>
          <p:nvPr/>
        </p:nvGrpSpPr>
        <p:grpSpPr>
          <a:xfrm>
            <a:off x="7225561" y="4246794"/>
            <a:ext cx="349216" cy="138319"/>
            <a:chOff x="8612224" y="2929289"/>
            <a:chExt cx="349216" cy="138319"/>
          </a:xfrm>
        </p:grpSpPr>
        <p:sp>
          <p:nvSpPr>
            <p:cNvPr id="20" name="Flowchart: Connector 254">
              <a:extLst>
                <a:ext uri="{FF2B5EF4-FFF2-40B4-BE49-F238E27FC236}">
                  <a16:creationId xmlns:a16="http://schemas.microsoft.com/office/drawing/2014/main" id="{5FCCBDE7-D017-3DA9-D6E3-0223AB00A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224" y="2950951"/>
              <a:ext cx="98355" cy="983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  <p:sp>
          <p:nvSpPr>
            <p:cNvPr id="22" name="Rectangle 49">
              <a:extLst>
                <a:ext uri="{FF2B5EF4-FFF2-40B4-BE49-F238E27FC236}">
                  <a16:creationId xmlns:a16="http://schemas.microsoft.com/office/drawing/2014/main" id="{00A883C0-A1DC-F395-58DD-D25857B5E70F}"/>
                </a:ext>
              </a:extLst>
            </p:cNvPr>
            <p:cNvSpPr/>
            <p:nvPr/>
          </p:nvSpPr>
          <p:spPr>
            <a:xfrm>
              <a:off x="8661402" y="2929289"/>
              <a:ext cx="300038" cy="13831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End</a:t>
              </a:r>
            </a:p>
          </p:txBody>
        </p:sp>
      </p:grp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EA591E98-6CF2-502D-AFF9-F613C2BEC247}"/>
              </a:ext>
            </a:extLst>
          </p:cNvPr>
          <p:cNvCxnSpPr>
            <a:cxnSpLocks/>
          </p:cNvCxnSpPr>
          <p:nvPr/>
        </p:nvCxnSpPr>
        <p:spPr>
          <a:xfrm>
            <a:off x="6035635" y="3670685"/>
            <a:ext cx="1152501" cy="640510"/>
          </a:xfrm>
          <a:prstGeom prst="bentConnector3">
            <a:avLst>
              <a:gd name="adj1" fmla="val 206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453">
            <a:extLst>
              <a:ext uri="{FF2B5EF4-FFF2-40B4-BE49-F238E27FC236}">
                <a16:creationId xmlns:a16="http://schemas.microsoft.com/office/drawing/2014/main" id="{92C615E8-D59D-D9F6-771E-2EEDA4F0B3D4}"/>
              </a:ext>
            </a:extLst>
          </p:cNvPr>
          <p:cNvSpPr/>
          <p:nvPr/>
        </p:nvSpPr>
        <p:spPr>
          <a:xfrm>
            <a:off x="6064523" y="4318814"/>
            <a:ext cx="422473" cy="13382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Resto KOs</a:t>
            </a:r>
          </a:p>
        </p:txBody>
      </p:sp>
      <p:sp>
        <p:nvSpPr>
          <p:cNvPr id="26" name="Rectangle 453">
            <a:extLst>
              <a:ext uri="{FF2B5EF4-FFF2-40B4-BE49-F238E27FC236}">
                <a16:creationId xmlns:a16="http://schemas.microsoft.com/office/drawing/2014/main" id="{77798EB3-5144-2A77-B2FB-3D52F14CAA52}"/>
              </a:ext>
            </a:extLst>
          </p:cNvPr>
          <p:cNvSpPr/>
          <p:nvPr/>
        </p:nvSpPr>
        <p:spPr>
          <a:xfrm>
            <a:off x="8295269" y="2620678"/>
            <a:ext cx="628836" cy="3380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2ª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Evaluación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con informacion </a:t>
            </a:r>
            <a:r>
              <a:rPr lang="en-GB" sz="700" b="1" dirty="0" err="1">
                <a:solidFill>
                  <a:srgbClr val="000000"/>
                </a:solidFill>
                <a:latin typeface="Santander Headline"/>
              </a:rPr>
              <a:t>declarativa</a:t>
            </a:r>
            <a:r>
              <a:rPr lang="en-GB" sz="700" b="1" dirty="0">
                <a:solidFill>
                  <a:srgbClr val="000000"/>
                </a:solidFill>
                <a:latin typeface="Santander Headline"/>
              </a:rPr>
              <a:t> + LC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33E59C81-AF61-87E0-59AF-C5E2E458623B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6037495" y="3106566"/>
            <a:ext cx="1131845" cy="564119"/>
          </a:xfrm>
          <a:prstGeom prst="bentConnector3">
            <a:avLst>
              <a:gd name="adj1" fmla="val -72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58A316A-3A63-EF10-D0ED-2BA247B07A9C}"/>
              </a:ext>
            </a:extLst>
          </p:cNvPr>
          <p:cNvSpPr/>
          <p:nvPr/>
        </p:nvSpPr>
        <p:spPr>
          <a:xfrm>
            <a:off x="7169340" y="2789723"/>
            <a:ext cx="1115352" cy="633685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Habilita la contratación para retomar la solicitud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700" kern="0" dirty="0">
                <a:solidFill>
                  <a:schemeClr val="tx1"/>
                </a:solidFill>
                <a:latin typeface="Santander Headline" panose="020B0504020201020104" pitchFamily="34" charset="0"/>
                <a:cs typeface="Arial" charset="0"/>
              </a:rPr>
              <a:t>Mensaje informativo al dealer</a:t>
            </a:r>
            <a:endParaRPr lang="es-ES" sz="900" kern="0" dirty="0">
              <a:solidFill>
                <a:schemeClr val="tx1"/>
              </a:solidFill>
              <a:latin typeface="Santander Headline" panose="020B0504020201020104" pitchFamily="34" charset="0"/>
              <a:cs typeface="Arial" charset="0"/>
            </a:endParaRPr>
          </a:p>
        </p:txBody>
      </p:sp>
      <p:sp>
        <p:nvSpPr>
          <p:cNvPr id="31" name="Diamond 274">
            <a:extLst>
              <a:ext uri="{FF2B5EF4-FFF2-40B4-BE49-F238E27FC236}">
                <a16:creationId xmlns:a16="http://schemas.microsoft.com/office/drawing/2014/main" id="{9BFCEE93-D693-2C5C-0200-F4CD8EA996FA}"/>
              </a:ext>
            </a:extLst>
          </p:cNvPr>
          <p:cNvSpPr/>
          <p:nvPr/>
        </p:nvSpPr>
        <p:spPr bwMode="auto">
          <a:xfrm>
            <a:off x="8529106" y="3015825"/>
            <a:ext cx="180000" cy="180000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272864A-E772-C76E-5FEB-BC0A8970131D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8284692" y="3105825"/>
            <a:ext cx="244414" cy="74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B4969FCB-4B91-76BD-1D0E-4DA337B3D1D7}"/>
              </a:ext>
            </a:extLst>
          </p:cNvPr>
          <p:cNvCxnSpPr>
            <a:cxnSpLocks/>
            <a:stCxn id="31" idx="2"/>
            <a:endCxn id="22" idx="3"/>
          </p:cNvCxnSpPr>
          <p:nvPr/>
        </p:nvCxnSpPr>
        <p:spPr>
          <a:xfrm rot="5400000">
            <a:off x="7536878" y="3233725"/>
            <a:ext cx="1120129" cy="1044329"/>
          </a:xfrm>
          <a:prstGeom prst="bentConnector2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Imagen 33">
            <a:extLst>
              <a:ext uri="{FF2B5EF4-FFF2-40B4-BE49-F238E27FC236}">
                <a16:creationId xmlns:a16="http://schemas.microsoft.com/office/drawing/2014/main" id="{34E73EFF-B1C3-11F1-5568-EBEBAF4C5D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3297" y="3244702"/>
            <a:ext cx="310923" cy="201185"/>
          </a:xfrm>
          <a:prstGeom prst="rect">
            <a:avLst/>
          </a:prstGeom>
        </p:spPr>
      </p:pic>
      <p:sp>
        <p:nvSpPr>
          <p:cNvPr id="36" name="Rectangle 453">
            <a:extLst>
              <a:ext uri="{FF2B5EF4-FFF2-40B4-BE49-F238E27FC236}">
                <a16:creationId xmlns:a16="http://schemas.microsoft.com/office/drawing/2014/main" id="{1302A57C-6475-58D9-7023-A34946336A74}"/>
              </a:ext>
            </a:extLst>
          </p:cNvPr>
          <p:cNvSpPr/>
          <p:nvPr/>
        </p:nvSpPr>
        <p:spPr>
          <a:xfrm>
            <a:off x="8678127" y="3115229"/>
            <a:ext cx="258424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CD65B46-8B27-E4E5-387F-9180AA5F5C60}"/>
              </a:ext>
            </a:extLst>
          </p:cNvPr>
          <p:cNvSpPr/>
          <p:nvPr/>
        </p:nvSpPr>
        <p:spPr>
          <a:xfrm>
            <a:off x="9471218" y="2934638"/>
            <a:ext cx="1276785" cy="33809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Motor solicita justificante de ingresos</a:t>
            </a:r>
          </a:p>
        </p:txBody>
      </p:sp>
      <p:sp>
        <p:nvSpPr>
          <p:cNvPr id="42" name="Rectangle 453">
            <a:extLst>
              <a:ext uri="{FF2B5EF4-FFF2-40B4-BE49-F238E27FC236}">
                <a16:creationId xmlns:a16="http://schemas.microsoft.com/office/drawing/2014/main" id="{64BED715-C030-8950-D8AA-0A76E520BF6F}"/>
              </a:ext>
            </a:extLst>
          </p:cNvPr>
          <p:cNvSpPr/>
          <p:nvPr/>
        </p:nvSpPr>
        <p:spPr>
          <a:xfrm>
            <a:off x="7219463" y="3419224"/>
            <a:ext cx="1474662" cy="41728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* El campo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limpio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y editable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cxnSp>
        <p:nvCxnSpPr>
          <p:cNvPr id="43" name="Connector: Elbow 119">
            <a:extLst>
              <a:ext uri="{FF2B5EF4-FFF2-40B4-BE49-F238E27FC236}">
                <a16:creationId xmlns:a16="http://schemas.microsoft.com/office/drawing/2014/main" id="{710E5C1F-1C9A-11D1-565A-523A2732FC1C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5445338" y="3086265"/>
            <a:ext cx="867884" cy="300960"/>
          </a:xfrm>
          <a:prstGeom prst="bentConnector3">
            <a:avLst>
              <a:gd name="adj1" fmla="val 99113"/>
            </a:avLst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53">
            <a:extLst>
              <a:ext uri="{FF2B5EF4-FFF2-40B4-BE49-F238E27FC236}">
                <a16:creationId xmlns:a16="http://schemas.microsoft.com/office/drawing/2014/main" id="{A0735A4E-8C54-D0C9-42DD-0E44D110FB04}"/>
              </a:ext>
            </a:extLst>
          </p:cNvPr>
          <p:cNvSpPr/>
          <p:nvPr/>
        </p:nvSpPr>
        <p:spPr>
          <a:xfrm>
            <a:off x="6542902" y="1764010"/>
            <a:ext cx="2645504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i="1" dirty="0">
                <a:solidFill>
                  <a:schemeClr val="tx1"/>
                </a:solidFill>
                <a:latin typeface="Santander Headline"/>
              </a:rPr>
              <a:t>MOTOR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: No se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pide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justificante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ingresos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ni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hay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que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revisar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Vida </a:t>
            </a: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laboral</a:t>
            </a: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sp>
        <p:nvSpPr>
          <p:cNvPr id="45" name="Rectangle 453">
            <a:extLst>
              <a:ext uri="{FF2B5EF4-FFF2-40B4-BE49-F238E27FC236}">
                <a16:creationId xmlns:a16="http://schemas.microsoft.com/office/drawing/2014/main" id="{44E1F9CD-F5E9-D90B-8A44-1D10BB015E96}"/>
              </a:ext>
            </a:extLst>
          </p:cNvPr>
          <p:cNvSpPr/>
          <p:nvPr/>
        </p:nvSpPr>
        <p:spPr>
          <a:xfrm>
            <a:off x="7321915" y="4402255"/>
            <a:ext cx="1044330" cy="26715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i="1" dirty="0" err="1">
                <a:solidFill>
                  <a:schemeClr val="tx1"/>
                </a:solidFill>
                <a:latin typeface="Santander Headline"/>
              </a:rPr>
              <a:t>Solicitud</a:t>
            </a:r>
            <a:r>
              <a:rPr lang="en-GB" sz="700" i="1" dirty="0">
                <a:solidFill>
                  <a:schemeClr val="tx1"/>
                </a:solidFill>
                <a:latin typeface="Santander Headline"/>
              </a:rPr>
              <a:t> DENEGADA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700" i="1" dirty="0">
              <a:solidFill>
                <a:schemeClr val="tx1"/>
              </a:solidFill>
              <a:latin typeface="Santander Headline"/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00069179-410B-B8E4-2A12-899176C37D51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 flipV="1">
            <a:off x="8709106" y="3103683"/>
            <a:ext cx="762112" cy="2142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453">
            <a:extLst>
              <a:ext uri="{FF2B5EF4-FFF2-40B4-BE49-F238E27FC236}">
                <a16:creationId xmlns:a16="http://schemas.microsoft.com/office/drawing/2014/main" id="{CB740F63-A99D-C58E-6466-4AD1CAFD4E54}"/>
              </a:ext>
            </a:extLst>
          </p:cNvPr>
          <p:cNvSpPr/>
          <p:nvPr/>
        </p:nvSpPr>
        <p:spPr>
          <a:xfrm>
            <a:off x="5607287" y="2307941"/>
            <a:ext cx="422473" cy="1338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6"/>
                </a:solidFill>
                <a:latin typeface="Santander Headline"/>
              </a:rPr>
              <a:t>OK</a:t>
            </a:r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antander Headlin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958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1B40-33AC-682F-D5A8-E4FC3673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18DA82E-D3A1-AFFB-3006-F73D644BF1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8" imgH="499" progId="TCLayout.ActiveDocument.1">
                  <p:embed/>
                </p:oleObj>
              </mc:Choice>
              <mc:Fallback>
                <p:oleObj name="think-cell Slide" r:id="rId4" imgW="498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18DA82E-D3A1-AFFB-3006-F73D644BF1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199C3BB-26F1-3BA3-3BC9-27CCF844157C}"/>
              </a:ext>
            </a:extLst>
          </p:cNvPr>
          <p:cNvSpPr txBox="1">
            <a:spLocks/>
          </p:cNvSpPr>
          <p:nvPr/>
        </p:nvSpPr>
        <p:spPr>
          <a:xfrm>
            <a:off x="471066" y="304728"/>
            <a:ext cx="11249868" cy="2769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_tradnl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Solución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LaborCheck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– LLAMADA/ACTUALIZACIÓN FICHEROS</a:t>
            </a:r>
          </a:p>
        </p:txBody>
      </p:sp>
      <p:sp>
        <p:nvSpPr>
          <p:cNvPr id="6" name="Diagrama de flujo: disco magnético 5">
            <a:extLst>
              <a:ext uri="{FF2B5EF4-FFF2-40B4-BE49-F238E27FC236}">
                <a16:creationId xmlns:a16="http://schemas.microsoft.com/office/drawing/2014/main" id="{6F5FFD0D-8D10-965A-5171-7E28E3FB3C4B}"/>
              </a:ext>
            </a:extLst>
          </p:cNvPr>
          <p:cNvSpPr/>
          <p:nvPr/>
        </p:nvSpPr>
        <p:spPr>
          <a:xfrm>
            <a:off x="7684883" y="821196"/>
            <a:ext cx="1380744" cy="1094929"/>
          </a:xfrm>
          <a:prstGeom prst="flowChartMagneticDisk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antander Headline" panose="020B0504020201020104" pitchFamily="34" charset="0"/>
              </a:rPr>
              <a:t>SEXPFUCLC</a:t>
            </a:r>
          </a:p>
        </p:txBody>
      </p:sp>
      <p:sp>
        <p:nvSpPr>
          <p:cNvPr id="7" name="Diagrama de flujo: disco magnético 6">
            <a:extLst>
              <a:ext uri="{FF2B5EF4-FFF2-40B4-BE49-F238E27FC236}">
                <a16:creationId xmlns:a16="http://schemas.microsoft.com/office/drawing/2014/main" id="{350CE84B-B9FF-F8C9-B9E5-C94052227ABB}"/>
              </a:ext>
            </a:extLst>
          </p:cNvPr>
          <p:cNvSpPr/>
          <p:nvPr/>
        </p:nvSpPr>
        <p:spPr>
          <a:xfrm>
            <a:off x="9655431" y="1627077"/>
            <a:ext cx="1121879" cy="578095"/>
          </a:xfrm>
          <a:prstGeom prst="flowChartMagneticDisk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Santander Headline" panose="020B0504020201020104" pitchFamily="34" charset="0"/>
              </a:rPr>
              <a:t>SEXPFUTGSS</a:t>
            </a:r>
          </a:p>
        </p:txBody>
      </p:sp>
      <p:sp>
        <p:nvSpPr>
          <p:cNvPr id="8" name="Diagrama de flujo: disco magnético 7">
            <a:extLst>
              <a:ext uri="{FF2B5EF4-FFF2-40B4-BE49-F238E27FC236}">
                <a16:creationId xmlns:a16="http://schemas.microsoft.com/office/drawing/2014/main" id="{F9F9064C-DD33-E780-EE21-A42209322BFF}"/>
              </a:ext>
            </a:extLst>
          </p:cNvPr>
          <p:cNvSpPr/>
          <p:nvPr/>
        </p:nvSpPr>
        <p:spPr>
          <a:xfrm>
            <a:off x="9903661" y="2235177"/>
            <a:ext cx="1121879" cy="578095"/>
          </a:xfrm>
          <a:prstGeom prst="flowChartMagneticDisk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Santander Headline" panose="020B0504020201020104" pitchFamily="34" charset="0"/>
              </a:rPr>
              <a:t>SEXPFUAEAT</a:t>
            </a:r>
          </a:p>
        </p:txBody>
      </p:sp>
      <p:sp>
        <p:nvSpPr>
          <p:cNvPr id="10" name="Diamond 274">
            <a:extLst>
              <a:ext uri="{FF2B5EF4-FFF2-40B4-BE49-F238E27FC236}">
                <a16:creationId xmlns:a16="http://schemas.microsoft.com/office/drawing/2014/main" id="{8305590C-2CFC-2911-423D-3ADF4AA885E6}"/>
              </a:ext>
            </a:extLst>
          </p:cNvPr>
          <p:cNvSpPr/>
          <p:nvPr/>
        </p:nvSpPr>
        <p:spPr bwMode="auto">
          <a:xfrm>
            <a:off x="1586990" y="877651"/>
            <a:ext cx="1036320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 anchorCtr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Camino LC??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62AA0F4-F333-4933-AFF0-B31E6809F852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2623310" y="1347976"/>
            <a:ext cx="609030" cy="7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274">
            <a:extLst>
              <a:ext uri="{FF2B5EF4-FFF2-40B4-BE49-F238E27FC236}">
                <a16:creationId xmlns:a16="http://schemas.microsoft.com/office/drawing/2014/main" id="{0388A002-0858-183F-F8C8-7CE94DF109CD}"/>
              </a:ext>
            </a:extLst>
          </p:cNvPr>
          <p:cNvSpPr/>
          <p:nvPr/>
        </p:nvSpPr>
        <p:spPr bwMode="auto">
          <a:xfrm>
            <a:off x="3232340" y="884775"/>
            <a:ext cx="1232154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lvl="0" algn="ctr">
              <a:defRPr/>
            </a:pPr>
            <a:r>
              <a:rPr lang="en-GB" sz="9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 Ǝ </a:t>
            </a:r>
            <a:r>
              <a:rPr lang="es-ES" sz="800" dirty="0">
                <a:latin typeface="Santander Headline" panose="020B0504020201020104" pitchFamily="34" charset="0"/>
              </a:rPr>
              <a:t>SEXPFUCLC</a:t>
            </a:r>
            <a:r>
              <a:rPr lang="en-GB" sz="8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?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92F9797-7734-2473-0554-8F545360EEF0}"/>
              </a:ext>
            </a:extLst>
          </p:cNvPr>
          <p:cNvCxnSpPr>
            <a:cxnSpLocks/>
            <a:stCxn id="18" idx="3"/>
            <a:endCxn id="6" idx="2"/>
          </p:cNvCxnSpPr>
          <p:nvPr/>
        </p:nvCxnSpPr>
        <p:spPr>
          <a:xfrm>
            <a:off x="4464494" y="1355100"/>
            <a:ext cx="3220389" cy="135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FDF553-9399-FD9E-F4ED-E93229D62984}"/>
              </a:ext>
            </a:extLst>
          </p:cNvPr>
          <p:cNvSpPr txBox="1"/>
          <p:nvPr/>
        </p:nvSpPr>
        <p:spPr>
          <a:xfrm>
            <a:off x="4462648" y="1154215"/>
            <a:ext cx="3068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F145402-3FAA-37B0-FA95-FB9AEBA2CDD6}"/>
              </a:ext>
            </a:extLst>
          </p:cNvPr>
          <p:cNvSpPr txBox="1"/>
          <p:nvPr/>
        </p:nvSpPr>
        <p:spPr>
          <a:xfrm>
            <a:off x="2569945" y="1169202"/>
            <a:ext cx="372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D494BEB-29FD-31ED-8879-3D4EFB178326}"/>
              </a:ext>
            </a:extLst>
          </p:cNvPr>
          <p:cNvSpPr txBox="1"/>
          <p:nvPr/>
        </p:nvSpPr>
        <p:spPr>
          <a:xfrm>
            <a:off x="2082785" y="1908817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580D1A9-89F1-1FC7-A20F-597B14568DCD}"/>
              </a:ext>
            </a:extLst>
          </p:cNvPr>
          <p:cNvGrpSpPr/>
          <p:nvPr/>
        </p:nvGrpSpPr>
        <p:grpSpPr>
          <a:xfrm>
            <a:off x="5491214" y="2446219"/>
            <a:ext cx="447787" cy="193912"/>
            <a:chOff x="5467390" y="2415865"/>
            <a:chExt cx="447787" cy="193912"/>
          </a:xfrm>
        </p:grpSpPr>
        <p:sp>
          <p:nvSpPr>
            <p:cNvPr id="255" name="Flowchart: Connector 254">
              <a:extLst>
                <a:ext uri="{FF2B5EF4-FFF2-40B4-BE49-F238E27FC236}">
                  <a16:creationId xmlns:a16="http://schemas.microsoft.com/office/drawing/2014/main" id="{918D632D-C163-DDD4-9266-EC456F647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390" y="2469717"/>
              <a:ext cx="98355" cy="983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  <p:sp>
          <p:nvSpPr>
            <p:cNvPr id="320" name="Rectangle 49">
              <a:extLst>
                <a:ext uri="{FF2B5EF4-FFF2-40B4-BE49-F238E27FC236}">
                  <a16:creationId xmlns:a16="http://schemas.microsoft.com/office/drawing/2014/main" id="{49459A40-8EB9-88BF-95B6-AA7CF5072DCD}"/>
                </a:ext>
              </a:extLst>
            </p:cNvPr>
            <p:cNvSpPr/>
            <p:nvPr/>
          </p:nvSpPr>
          <p:spPr>
            <a:xfrm>
              <a:off x="5536237" y="2415865"/>
              <a:ext cx="378940" cy="19391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End</a:t>
              </a:r>
            </a:p>
          </p:txBody>
        </p:sp>
      </p:grpSp>
      <p:sp>
        <p:nvSpPr>
          <p:cNvPr id="350" name="Diamond 274">
            <a:extLst>
              <a:ext uri="{FF2B5EF4-FFF2-40B4-BE49-F238E27FC236}">
                <a16:creationId xmlns:a16="http://schemas.microsoft.com/office/drawing/2014/main" id="{19FFA670-1104-42CE-1E0F-0770D8FCA524}"/>
              </a:ext>
            </a:extLst>
          </p:cNvPr>
          <p:cNvSpPr/>
          <p:nvPr/>
        </p:nvSpPr>
        <p:spPr bwMode="auto">
          <a:xfrm>
            <a:off x="1489073" y="2134292"/>
            <a:ext cx="1232154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 anchorCtr="1">
            <a:normAutofit/>
          </a:bodyPr>
          <a:lstStyle/>
          <a:p>
            <a:pPr lvl="0" algn="ctr"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 </a:t>
            </a:r>
            <a:r>
              <a:rPr kumimoji="0" lang="es-E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Sit</a:t>
            </a: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. </a:t>
            </a:r>
            <a:r>
              <a:rPr kumimoji="0" lang="es-E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Lab</a:t>
            </a: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 válida</a:t>
            </a:r>
            <a:r>
              <a:rPr kumimoji="0" lang="en-GB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?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295FAB9B-C7F9-F08A-885F-737D5E869AF8}"/>
              </a:ext>
            </a:extLst>
          </p:cNvPr>
          <p:cNvSpPr txBox="1"/>
          <p:nvPr/>
        </p:nvSpPr>
        <p:spPr>
          <a:xfrm>
            <a:off x="1489073" y="2690298"/>
            <a:ext cx="1232154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s-ES" sz="800" dirty="0">
                <a:latin typeface="Santander Headline" panose="020B0504020201020104" pitchFamily="34" charset="0"/>
              </a:rPr>
              <a:t>Validación por parámetro</a:t>
            </a:r>
          </a:p>
        </p:txBody>
      </p:sp>
      <p:cxnSp>
        <p:nvCxnSpPr>
          <p:cNvPr id="353" name="Conector: angular 352">
            <a:extLst>
              <a:ext uri="{FF2B5EF4-FFF2-40B4-BE49-F238E27FC236}">
                <a16:creationId xmlns:a16="http://schemas.microsoft.com/office/drawing/2014/main" id="{54127E37-8AC2-C5CE-5936-78FE632AE357}"/>
              </a:ext>
            </a:extLst>
          </p:cNvPr>
          <p:cNvCxnSpPr>
            <a:cxnSpLocks/>
            <a:stCxn id="350" idx="3"/>
            <a:endCxn id="18" idx="1"/>
          </p:cNvCxnSpPr>
          <p:nvPr/>
        </p:nvCxnSpPr>
        <p:spPr>
          <a:xfrm flipV="1">
            <a:off x="2721227" y="1355100"/>
            <a:ext cx="511113" cy="12495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ADAE1F2D-CEBB-42B4-4680-267011BFDEFC}"/>
              </a:ext>
            </a:extLst>
          </p:cNvPr>
          <p:cNvSpPr txBox="1"/>
          <p:nvPr/>
        </p:nvSpPr>
        <p:spPr>
          <a:xfrm>
            <a:off x="2653142" y="2265467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cxnSp>
        <p:nvCxnSpPr>
          <p:cNvPr id="358" name="Conector: angular 357">
            <a:extLst>
              <a:ext uri="{FF2B5EF4-FFF2-40B4-BE49-F238E27FC236}">
                <a16:creationId xmlns:a16="http://schemas.microsoft.com/office/drawing/2014/main" id="{6F58D9D7-0FE8-D47F-05A3-698A582A689C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4228102" y="1445738"/>
            <a:ext cx="717753" cy="14771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2" name="Diamond 274">
            <a:extLst>
              <a:ext uri="{FF2B5EF4-FFF2-40B4-BE49-F238E27FC236}">
                <a16:creationId xmlns:a16="http://schemas.microsoft.com/office/drawing/2014/main" id="{92F52139-7CB0-A4E1-8819-077319B601E3}"/>
              </a:ext>
            </a:extLst>
          </p:cNvPr>
          <p:cNvSpPr/>
          <p:nvPr/>
        </p:nvSpPr>
        <p:spPr bwMode="auto">
          <a:xfrm>
            <a:off x="1489073" y="3451446"/>
            <a:ext cx="1232154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 anchorCtr="1">
            <a:normAutofit/>
          </a:bodyPr>
          <a:lstStyle/>
          <a:p>
            <a:pPr lvl="0" algn="ctr"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 Ǝ </a:t>
            </a:r>
            <a:r>
              <a:rPr lang="es-ES" sz="750" dirty="0">
                <a:latin typeface="Santander Headline" panose="020B0504020201020104" pitchFamily="34" charset="0"/>
              </a:rPr>
              <a:t>SEXPFUCLC</a:t>
            </a:r>
            <a:r>
              <a:rPr kumimoji="0" lang="en-GB" sz="7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?</a:t>
            </a:r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371E26B3-AB51-0210-75AE-7A27583D9C08}"/>
              </a:ext>
            </a:extLst>
          </p:cNvPr>
          <p:cNvCxnSpPr>
            <a:cxnSpLocks/>
            <a:stCxn id="10" idx="2"/>
            <a:endCxn id="350" idx="0"/>
          </p:cNvCxnSpPr>
          <p:nvPr/>
        </p:nvCxnSpPr>
        <p:spPr>
          <a:xfrm>
            <a:off x="2105150" y="1818300"/>
            <a:ext cx="0" cy="315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 recto de flecha 376">
            <a:extLst>
              <a:ext uri="{FF2B5EF4-FFF2-40B4-BE49-F238E27FC236}">
                <a16:creationId xmlns:a16="http://schemas.microsoft.com/office/drawing/2014/main" id="{A35EB4EE-9B1B-9EE6-8611-F18578093EF6}"/>
              </a:ext>
            </a:extLst>
          </p:cNvPr>
          <p:cNvCxnSpPr>
            <a:cxnSpLocks/>
            <a:stCxn id="350" idx="2"/>
            <a:endCxn id="362" idx="0"/>
          </p:cNvCxnSpPr>
          <p:nvPr/>
        </p:nvCxnSpPr>
        <p:spPr>
          <a:xfrm>
            <a:off x="2105150" y="3074941"/>
            <a:ext cx="0" cy="376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ectangle 3">
            <a:extLst>
              <a:ext uri="{FF2B5EF4-FFF2-40B4-BE49-F238E27FC236}">
                <a16:creationId xmlns:a16="http://schemas.microsoft.com/office/drawing/2014/main" id="{CED9ADEF-69D7-49F5-3C1F-0AFE8EC7F3D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24816" y="1123290"/>
            <a:ext cx="953476" cy="449369"/>
          </a:xfrm>
          <a:prstGeom prst="roundRect">
            <a:avLst>
              <a:gd name="adj" fmla="val 5707"/>
            </a:avLst>
          </a:prstGeom>
          <a:solidFill>
            <a:srgbClr val="FFFFFF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36000" tIns="34520" rIns="0" bIns="34520" anchor="ctr"/>
          <a:lstStyle>
            <a:defPPr>
              <a:defRPr lang="en-US"/>
            </a:defPPr>
            <a:lvl1pPr algn="ctr" defTabSz="877888" eaLnBrk="1" hangingPunct="1">
              <a:spcBef>
                <a:spcPts val="1725"/>
              </a:spcBef>
              <a:buClr>
                <a:schemeClr val="bg1"/>
              </a:buClr>
              <a:buSzPct val="25000"/>
              <a:defRPr sz="800" i="0">
                <a:solidFill>
                  <a:schemeClr val="tx1">
                    <a:lumMod val="75000"/>
                  </a:schemeClr>
                </a:solidFill>
              </a:defRPr>
            </a:lvl1pPr>
            <a:lvl2pPr marL="742950" indent="-285750" defTabSz="877888" eaLnBrk="0" hangingPunct="0"/>
            <a:lvl3pPr marL="1143000" indent="-228600" defTabSz="877888" eaLnBrk="0" hangingPunct="0"/>
            <a:lvl4pPr marL="1600200" indent="-228600" defTabSz="877888" eaLnBrk="0" hangingPunct="0"/>
            <a:lvl5pPr marL="2057400" indent="-228600" defTabSz="877888" eaLnBrk="0" hangingPunct="0"/>
            <a:lvl6pPr marL="2514600" indent="-228600" defTabSz="877888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defTabSz="877888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defTabSz="877888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defTabSz="877888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fontAlgn="base">
              <a:spcAft>
                <a:spcPct val="0"/>
              </a:spcAft>
              <a:buClr>
                <a:srgbClr val="FFFFFF"/>
              </a:buClr>
              <a:defRPr/>
            </a:pPr>
            <a:r>
              <a:rPr lang="en-US" altLang="en-US" sz="1050" b="1" kern="0" dirty="0">
                <a:solidFill>
                  <a:srgbClr val="000000"/>
                </a:solidFill>
                <a:latin typeface="Santander Headline" panose="020B0504020201020104" pitchFamily="34" charset="0"/>
                <a:cs typeface="Arial" charset="0"/>
              </a:rPr>
              <a:t>PUNTO VENTA CONSUMO</a:t>
            </a:r>
          </a:p>
        </p:txBody>
      </p: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633FFEF0-9C87-E385-BF80-CBC0FFF4C1FD}"/>
              </a:ext>
            </a:extLst>
          </p:cNvPr>
          <p:cNvCxnSpPr>
            <a:cxnSpLocks/>
            <a:stCxn id="383" idx="3"/>
            <a:endCxn id="10" idx="1"/>
          </p:cNvCxnSpPr>
          <p:nvPr/>
        </p:nvCxnSpPr>
        <p:spPr>
          <a:xfrm>
            <a:off x="1178292" y="1347975"/>
            <a:ext cx="40869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E16867D5-87E9-F985-C34A-6D6BC33942E3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0314684" y="2936956"/>
            <a:ext cx="110193" cy="702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767B258-14E4-3022-70B5-A91843BE9ED0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9033743" y="1902061"/>
            <a:ext cx="1280941" cy="17374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2A24D5A-5446-51F5-CAC0-263532F16093}"/>
              </a:ext>
            </a:extLst>
          </p:cNvPr>
          <p:cNvCxnSpPr>
            <a:cxnSpLocks/>
            <a:stCxn id="362" idx="3"/>
            <a:endCxn id="13" idx="1"/>
          </p:cNvCxnSpPr>
          <p:nvPr/>
        </p:nvCxnSpPr>
        <p:spPr>
          <a:xfrm>
            <a:off x="2721227" y="3921771"/>
            <a:ext cx="1354968" cy="2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CA48417-3236-B335-EE04-3FE5A1ADD652}"/>
              </a:ext>
            </a:extLst>
          </p:cNvPr>
          <p:cNvSpPr/>
          <p:nvPr/>
        </p:nvSpPr>
        <p:spPr>
          <a:xfrm>
            <a:off x="4076195" y="3376717"/>
            <a:ext cx="2806479" cy="109492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800" b="1" u="sng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VALIDA VIGENCIA DATOS A NIVEL CLIENTE/PAQUETE</a:t>
            </a:r>
          </a:p>
          <a:p>
            <a:pPr algn="ctr"/>
            <a:endParaRPr lang="es-ES" sz="800" kern="0" dirty="0">
              <a:solidFill>
                <a:schemeClr val="tx1"/>
              </a:solidFill>
              <a:latin typeface="Santander Headline" panose="020B0504020201020104" pitchFamily="34" charset="0"/>
            </a:endParaRPr>
          </a:p>
          <a:p>
            <a:pPr marL="171450" indent="-171450">
              <a:buFontTx/>
              <a:buChar char="-"/>
            </a:pPr>
            <a:r>
              <a:rPr lang="es-ES" sz="800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Valida datos necesarios en función paquete(parámetro)</a:t>
            </a:r>
            <a:r>
              <a:rPr lang="en-GB" sz="8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 </a:t>
            </a:r>
            <a:endParaRPr lang="es-ES" sz="800" kern="0" dirty="0">
              <a:solidFill>
                <a:schemeClr val="tx1"/>
              </a:solidFill>
              <a:latin typeface="Santander Headline" panose="020B0504020201020104" pitchFamily="34" charset="0"/>
            </a:endParaRPr>
          </a:p>
          <a:p>
            <a:pPr marL="171450" indent="-171450">
              <a:buFontTx/>
              <a:buChar char="-"/>
            </a:pPr>
            <a:r>
              <a:rPr lang="es-ES" sz="800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Valida vigencia SEXPFUTGSS</a:t>
            </a:r>
          </a:p>
          <a:p>
            <a:pPr marL="171450" indent="-171450">
              <a:buFontTx/>
              <a:buChar char="-"/>
            </a:pPr>
            <a:r>
              <a:rPr lang="es-ES" sz="800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Valida vigencia SEXPFUAEAT</a:t>
            </a:r>
          </a:p>
        </p:txBody>
      </p:sp>
      <p:sp>
        <p:nvSpPr>
          <p:cNvPr id="14" name="Diamond 274">
            <a:extLst>
              <a:ext uri="{FF2B5EF4-FFF2-40B4-BE49-F238E27FC236}">
                <a16:creationId xmlns:a16="http://schemas.microsoft.com/office/drawing/2014/main" id="{7793A427-6A1D-F397-F732-7D122D984350}"/>
              </a:ext>
            </a:extLst>
          </p:cNvPr>
          <p:cNvSpPr/>
          <p:nvPr/>
        </p:nvSpPr>
        <p:spPr bwMode="auto">
          <a:xfrm>
            <a:off x="7904712" y="3453855"/>
            <a:ext cx="1036320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lvl="0" algn="ctr">
              <a:defRPr/>
            </a:pPr>
            <a:r>
              <a:rPr kumimoji="0" lang="en-GB" sz="9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Vigente</a:t>
            </a:r>
            <a:r>
              <a:rPr kumimoji="0" lang="en-GB" sz="9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?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4B22AF5-D7DC-2085-1088-441C620AA42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6882674" y="3924180"/>
            <a:ext cx="1022038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6138CDB-88F1-EB38-B934-10FC9ED83EC1}"/>
              </a:ext>
            </a:extLst>
          </p:cNvPr>
          <p:cNvSpPr/>
          <p:nvPr/>
        </p:nvSpPr>
        <p:spPr>
          <a:xfrm>
            <a:off x="9242455" y="3639540"/>
            <a:ext cx="2144458" cy="57809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800" b="1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LLAMADA LC PAQUETE CORRESPONDIENTE</a:t>
            </a:r>
          </a:p>
          <a:p>
            <a:pPr algn="just"/>
            <a:r>
              <a:rPr lang="es-ES" sz="800" b="1" kern="0" dirty="0">
                <a:solidFill>
                  <a:schemeClr val="tx1"/>
                </a:solidFill>
                <a:latin typeface="Santander Headline" panose="020B0504020201020104" pitchFamily="34" charset="0"/>
              </a:rPr>
              <a:t>ACTUALIZACIÓN FICHEROS</a:t>
            </a:r>
            <a:endParaRPr lang="es-ES" sz="800" kern="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B7949D8-7376-C533-3A7A-F42C495DCD3F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8941032" y="3924180"/>
            <a:ext cx="301423" cy="4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8947E95-65D9-A3D0-BE1B-35633E0F33E7}"/>
              </a:ext>
            </a:extLst>
          </p:cNvPr>
          <p:cNvSpPr txBox="1"/>
          <p:nvPr/>
        </p:nvSpPr>
        <p:spPr>
          <a:xfrm>
            <a:off x="8856768" y="3921770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A02705B9-146E-E83F-6720-D79E825343FE}"/>
              </a:ext>
            </a:extLst>
          </p:cNvPr>
          <p:cNvCxnSpPr>
            <a:cxnSpLocks/>
            <a:stCxn id="362" idx="2"/>
            <a:endCxn id="37" idx="1"/>
          </p:cNvCxnSpPr>
          <p:nvPr/>
        </p:nvCxnSpPr>
        <p:spPr>
          <a:xfrm rot="16200000" flipH="1">
            <a:off x="1384075" y="5113169"/>
            <a:ext cx="1672264" cy="2301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Diamond 274">
            <a:extLst>
              <a:ext uri="{FF2B5EF4-FFF2-40B4-BE49-F238E27FC236}">
                <a16:creationId xmlns:a16="http://schemas.microsoft.com/office/drawing/2014/main" id="{2414FE79-E494-146E-22A0-2A26FE9CA1E9}"/>
              </a:ext>
            </a:extLst>
          </p:cNvPr>
          <p:cNvSpPr/>
          <p:nvPr/>
        </p:nvSpPr>
        <p:spPr bwMode="auto">
          <a:xfrm>
            <a:off x="2335265" y="5594034"/>
            <a:ext cx="1036320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algn="ctr">
              <a:defRPr/>
            </a:pPr>
            <a:r>
              <a:rPr lang="en-GB" sz="800" kern="0" dirty="0" err="1">
                <a:solidFill>
                  <a:srgbClr val="000000"/>
                </a:solidFill>
                <a:latin typeface="Santander Headline" panose="020B0504020201020104" pitchFamily="34" charset="0"/>
              </a:rPr>
              <a:t>Mismo</a:t>
            </a:r>
            <a:r>
              <a:rPr lang="en-GB" sz="8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 </a:t>
            </a:r>
            <a:r>
              <a:rPr lang="en-GB" sz="800" kern="0" dirty="0" err="1">
                <a:solidFill>
                  <a:srgbClr val="000000"/>
                </a:solidFill>
                <a:latin typeface="Santander Headline" panose="020B0504020201020104" pitchFamily="34" charset="0"/>
              </a:rPr>
              <a:t>paquete</a:t>
            </a:r>
            <a:r>
              <a:rPr lang="en-GB" sz="8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?</a:t>
            </a:r>
          </a:p>
        </p:txBody>
      </p:sp>
      <p:sp>
        <p:nvSpPr>
          <p:cNvPr id="38" name="Diamond 274">
            <a:extLst>
              <a:ext uri="{FF2B5EF4-FFF2-40B4-BE49-F238E27FC236}">
                <a16:creationId xmlns:a16="http://schemas.microsoft.com/office/drawing/2014/main" id="{568F72CA-6AE0-6929-BEDE-D69F7B31F66A}"/>
              </a:ext>
            </a:extLst>
          </p:cNvPr>
          <p:cNvSpPr/>
          <p:nvPr/>
        </p:nvSpPr>
        <p:spPr bwMode="auto">
          <a:xfrm>
            <a:off x="5657471" y="5578005"/>
            <a:ext cx="1036320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lvl="0" algn="ctr">
              <a:defRPr/>
            </a:pPr>
            <a:r>
              <a:rPr lang="en-GB" sz="700" kern="0" dirty="0" err="1">
                <a:solidFill>
                  <a:srgbClr val="000000"/>
                </a:solidFill>
                <a:latin typeface="Santander Headline" panose="020B0504020201020104" pitchFamily="34" charset="0"/>
              </a:rPr>
              <a:t>Caducado</a:t>
            </a:r>
            <a:r>
              <a:rPr lang="en-GB" sz="700" kern="0" dirty="0">
                <a:solidFill>
                  <a:srgbClr val="000000"/>
                </a:solidFill>
                <a:latin typeface="Santander Headline" panose="020B0504020201020104" pitchFamily="34" charset="0"/>
              </a:rPr>
              <a:t>?</a:t>
            </a:r>
            <a:endParaRPr kumimoji="0" lang="en-GB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ntander Headline" panose="020B0504020201020104" pitchFamily="34" charset="0"/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B7DBCF1-6ACB-AA53-8B84-DFF7DC4EB698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3371585" y="6048330"/>
            <a:ext cx="2285886" cy="16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7C96107-99CF-03D9-BA05-B1CC7C1BCF46}"/>
              </a:ext>
            </a:extLst>
          </p:cNvPr>
          <p:cNvSpPr txBox="1"/>
          <p:nvPr/>
        </p:nvSpPr>
        <p:spPr>
          <a:xfrm>
            <a:off x="2528355" y="5387074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217F23E-E594-AA62-FFD8-966E728C6190}"/>
              </a:ext>
            </a:extLst>
          </p:cNvPr>
          <p:cNvSpPr txBox="1"/>
          <p:nvPr/>
        </p:nvSpPr>
        <p:spPr>
          <a:xfrm>
            <a:off x="2051357" y="3070183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323A6A1-20C5-4984-5D86-B23CA6ACD0DD}"/>
              </a:ext>
            </a:extLst>
          </p:cNvPr>
          <p:cNvSpPr txBox="1"/>
          <p:nvPr/>
        </p:nvSpPr>
        <p:spPr>
          <a:xfrm>
            <a:off x="2082783" y="4488481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4728F7F-1917-59BA-95C0-1F4864230DB4}"/>
              </a:ext>
            </a:extLst>
          </p:cNvPr>
          <p:cNvSpPr txBox="1"/>
          <p:nvPr/>
        </p:nvSpPr>
        <p:spPr>
          <a:xfrm>
            <a:off x="2665625" y="3753234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cxnSp>
        <p:nvCxnSpPr>
          <p:cNvPr id="193" name="Conector: angular 192">
            <a:extLst>
              <a:ext uri="{FF2B5EF4-FFF2-40B4-BE49-F238E27FC236}">
                <a16:creationId xmlns:a16="http://schemas.microsoft.com/office/drawing/2014/main" id="{3ADA1A8B-3E94-DB1A-2759-5D0C50FE4913}"/>
              </a:ext>
            </a:extLst>
          </p:cNvPr>
          <p:cNvCxnSpPr>
            <a:cxnSpLocks/>
            <a:stCxn id="37" idx="0"/>
            <a:endCxn id="235" idx="1"/>
          </p:cNvCxnSpPr>
          <p:nvPr/>
        </p:nvCxnSpPr>
        <p:spPr>
          <a:xfrm rot="5400000" flipH="1" flipV="1">
            <a:off x="2935371" y="5157820"/>
            <a:ext cx="354269" cy="5181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92F4CE51-58DB-DDBE-0AFB-899E11B8C2E3}"/>
              </a:ext>
            </a:extLst>
          </p:cNvPr>
          <p:cNvSpPr txBox="1"/>
          <p:nvPr/>
        </p:nvSpPr>
        <p:spPr>
          <a:xfrm>
            <a:off x="6626533" y="5840900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4AA6B80A-13A0-8069-D850-EA875748A5B8}"/>
              </a:ext>
            </a:extLst>
          </p:cNvPr>
          <p:cNvSpPr txBox="1"/>
          <p:nvPr/>
        </p:nvSpPr>
        <p:spPr>
          <a:xfrm>
            <a:off x="8388264" y="3227396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SI</a:t>
            </a:r>
          </a:p>
        </p:txBody>
      </p: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8E06582B-A889-0BC0-C3AC-6FAD8CB647AE}"/>
              </a:ext>
            </a:extLst>
          </p:cNvPr>
          <p:cNvSpPr txBox="1"/>
          <p:nvPr/>
        </p:nvSpPr>
        <p:spPr>
          <a:xfrm>
            <a:off x="4296651" y="1385265"/>
            <a:ext cx="3012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latin typeface="Santander Headline" panose="020B0504020201020104" pitchFamily="34" charset="0"/>
              </a:rPr>
              <a:t>Si NO Camino LC: Actualiza Paquete a 00 – Manual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sz="800" dirty="0">
                <a:latin typeface="Santander Headline" panose="020B0504020201020104" pitchFamily="34" charset="0"/>
              </a:rPr>
              <a:t>Si NO ha cambiado SL  (sin inicializar resto campos LC)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sz="800" dirty="0">
                <a:latin typeface="Santander Headline" panose="020B0504020201020104" pitchFamily="34" charset="0"/>
              </a:rPr>
              <a:t>Si SÍ ha cambiado SL  (inicializar resto campos LC)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latin typeface="Santander Headline" panose="020B0504020201020104" pitchFamily="34" charset="0"/>
              </a:rPr>
              <a:t>Si </a:t>
            </a:r>
            <a:r>
              <a:rPr lang="es-ES" sz="800" dirty="0" err="1">
                <a:latin typeface="Santander Headline" panose="020B0504020201020104" pitchFamily="34" charset="0"/>
              </a:rPr>
              <a:t>Sit</a:t>
            </a:r>
            <a:r>
              <a:rPr lang="es-ES" sz="800" dirty="0">
                <a:latin typeface="Santander Headline" panose="020B0504020201020104" pitchFamily="34" charset="0"/>
              </a:rPr>
              <a:t>. </a:t>
            </a:r>
            <a:r>
              <a:rPr lang="es-ES" sz="800" dirty="0" err="1">
                <a:latin typeface="Santander Headline" panose="020B0504020201020104" pitchFamily="34" charset="0"/>
              </a:rPr>
              <a:t>Lab</a:t>
            </a:r>
            <a:r>
              <a:rPr lang="es-ES" sz="800" dirty="0">
                <a:latin typeface="Santander Headline" panose="020B0504020201020104" pitchFamily="34" charset="0"/>
              </a:rPr>
              <a:t>. No válida: Actualiza Paquete a 99: Información no válida  y campos LC inicializados</a:t>
            </a: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A331CE89-3F0B-70CA-1900-A6219F6F53F5}"/>
              </a:ext>
            </a:extLst>
          </p:cNvPr>
          <p:cNvSpPr txBox="1"/>
          <p:nvPr/>
        </p:nvSpPr>
        <p:spPr>
          <a:xfrm>
            <a:off x="3294844" y="6072692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cxnSp>
        <p:nvCxnSpPr>
          <p:cNvPr id="213" name="Conector recto de flecha 212">
            <a:extLst>
              <a:ext uri="{FF2B5EF4-FFF2-40B4-BE49-F238E27FC236}">
                <a16:creationId xmlns:a16="http://schemas.microsoft.com/office/drawing/2014/main" id="{01A82AA4-0BDC-83E6-54CF-36B601C454D9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6693791" y="6036804"/>
            <a:ext cx="832024" cy="11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F7D3E938-A637-4FF9-3462-6E319499B4B0}"/>
              </a:ext>
            </a:extLst>
          </p:cNvPr>
          <p:cNvGrpSpPr/>
          <p:nvPr/>
        </p:nvGrpSpPr>
        <p:grpSpPr>
          <a:xfrm>
            <a:off x="7602837" y="5939181"/>
            <a:ext cx="447787" cy="193912"/>
            <a:chOff x="5467390" y="2415865"/>
            <a:chExt cx="447787" cy="193912"/>
          </a:xfrm>
        </p:grpSpPr>
        <p:sp>
          <p:nvSpPr>
            <p:cNvPr id="217" name="Flowchart: Connector 254">
              <a:extLst>
                <a:ext uri="{FF2B5EF4-FFF2-40B4-BE49-F238E27FC236}">
                  <a16:creationId xmlns:a16="http://schemas.microsoft.com/office/drawing/2014/main" id="{2F65F68F-6CC8-CAE9-AF5B-4282CAB84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390" y="2469717"/>
              <a:ext cx="98355" cy="983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endParaRPr>
            </a:p>
          </p:txBody>
        </p:sp>
        <p:sp>
          <p:nvSpPr>
            <p:cNvPr id="218" name="Rectangle 49">
              <a:extLst>
                <a:ext uri="{FF2B5EF4-FFF2-40B4-BE49-F238E27FC236}">
                  <a16:creationId xmlns:a16="http://schemas.microsoft.com/office/drawing/2014/main" id="{0A38F9C3-AF43-33F5-9735-84A3812CD1E1}"/>
                </a:ext>
              </a:extLst>
            </p:cNvPr>
            <p:cNvSpPr/>
            <p:nvPr/>
          </p:nvSpPr>
          <p:spPr>
            <a:xfrm>
              <a:off x="5536237" y="2415865"/>
              <a:ext cx="378940" cy="19391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antander Headline"/>
                  <a:ea typeface="+mn-ea"/>
                  <a:cs typeface="+mn-cs"/>
                </a:rPr>
                <a:t>End</a:t>
              </a:r>
            </a:p>
          </p:txBody>
        </p:sp>
      </p:grpSp>
      <p:sp>
        <p:nvSpPr>
          <p:cNvPr id="235" name="Diamond 274">
            <a:extLst>
              <a:ext uri="{FF2B5EF4-FFF2-40B4-BE49-F238E27FC236}">
                <a16:creationId xmlns:a16="http://schemas.microsoft.com/office/drawing/2014/main" id="{38E93C5E-1C01-534F-E26A-26AE0A6327EE}"/>
              </a:ext>
            </a:extLst>
          </p:cNvPr>
          <p:cNvSpPr/>
          <p:nvPr/>
        </p:nvSpPr>
        <p:spPr bwMode="auto">
          <a:xfrm>
            <a:off x="3371585" y="4769440"/>
            <a:ext cx="1036320" cy="940649"/>
          </a:xfrm>
          <a:prstGeom prst="diamond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2"/>
            </a:solidFill>
            <a:prstDash val="solid"/>
          </a:ln>
          <a:effectLst/>
        </p:spPr>
        <p:txBody>
          <a:bodyPr lIns="36000" tIns="0" rIns="36000" bIns="0" anchor="ctr"/>
          <a:lstStyle/>
          <a:p>
            <a:pPr lvl="0" algn="ctr">
              <a:defRPr/>
            </a:pPr>
            <a:r>
              <a:rPr kumimoji="0" lang="en-GB" sz="9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Camb. </a:t>
            </a:r>
            <a:r>
              <a:rPr kumimoji="0" lang="en-GB" sz="9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Paquete</a:t>
            </a:r>
            <a:r>
              <a:rPr kumimoji="0" lang="en-GB" sz="9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 </a:t>
            </a:r>
            <a:r>
              <a:rPr kumimoji="0" lang="en-GB" sz="9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valido</a:t>
            </a:r>
            <a:r>
              <a:rPr kumimoji="0" lang="en-GB" sz="9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Headline" panose="020B0504020201020104" pitchFamily="34" charset="0"/>
              </a:rPr>
              <a:t>?</a:t>
            </a:r>
          </a:p>
        </p:txBody>
      </p:sp>
      <p:cxnSp>
        <p:nvCxnSpPr>
          <p:cNvPr id="238" name="Conector: angular 237">
            <a:extLst>
              <a:ext uri="{FF2B5EF4-FFF2-40B4-BE49-F238E27FC236}">
                <a16:creationId xmlns:a16="http://schemas.microsoft.com/office/drawing/2014/main" id="{ED4F5ADD-C148-4582-FDE8-C7A83830EEFB}"/>
              </a:ext>
            </a:extLst>
          </p:cNvPr>
          <p:cNvCxnSpPr>
            <a:cxnSpLocks/>
            <a:stCxn id="235" idx="3"/>
            <a:endCxn id="38" idx="1"/>
          </p:cNvCxnSpPr>
          <p:nvPr/>
        </p:nvCxnSpPr>
        <p:spPr>
          <a:xfrm>
            <a:off x="4407905" y="5239765"/>
            <a:ext cx="1249566" cy="8085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Conector: angular 240">
            <a:extLst>
              <a:ext uri="{FF2B5EF4-FFF2-40B4-BE49-F238E27FC236}">
                <a16:creationId xmlns:a16="http://schemas.microsoft.com/office/drawing/2014/main" id="{93812B37-7A2C-7915-4755-39CEBD11D840}"/>
              </a:ext>
            </a:extLst>
          </p:cNvPr>
          <p:cNvCxnSpPr>
            <a:cxnSpLocks/>
            <a:stCxn id="235" idx="0"/>
            <a:endCxn id="13" idx="2"/>
          </p:cNvCxnSpPr>
          <p:nvPr/>
        </p:nvCxnSpPr>
        <p:spPr>
          <a:xfrm rot="5400000" flipH="1" flipV="1">
            <a:off x="4535693" y="3825698"/>
            <a:ext cx="297794" cy="15896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4E4276EC-9E0D-7F29-D907-57450CAFD940}"/>
              </a:ext>
            </a:extLst>
          </p:cNvPr>
          <p:cNvSpPr txBox="1"/>
          <p:nvPr/>
        </p:nvSpPr>
        <p:spPr>
          <a:xfrm>
            <a:off x="4350357" y="5067064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DA49CDA4-D64D-CE38-64BE-639D7895BAB0}"/>
              </a:ext>
            </a:extLst>
          </p:cNvPr>
          <p:cNvSpPr txBox="1"/>
          <p:nvPr/>
        </p:nvSpPr>
        <p:spPr>
          <a:xfrm>
            <a:off x="3615905" y="4596203"/>
            <a:ext cx="35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NO</a:t>
            </a:r>
          </a:p>
        </p:txBody>
      </p:sp>
      <p:sp>
        <p:nvSpPr>
          <p:cNvPr id="323" name="CuadroTexto 322">
            <a:extLst>
              <a:ext uri="{FF2B5EF4-FFF2-40B4-BE49-F238E27FC236}">
                <a16:creationId xmlns:a16="http://schemas.microsoft.com/office/drawing/2014/main" id="{5B1F0416-BCD5-5E29-EB44-1AD30CD96FEA}"/>
              </a:ext>
            </a:extLst>
          </p:cNvPr>
          <p:cNvSpPr txBox="1"/>
          <p:nvPr/>
        </p:nvSpPr>
        <p:spPr>
          <a:xfrm>
            <a:off x="6175631" y="5351131"/>
            <a:ext cx="306857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ES" sz="800" b="1" dirty="0">
                <a:latin typeface="Santander Headline" panose="020B0504020201020104" pitchFamily="34" charset="0"/>
              </a:rPr>
              <a:t>SÍ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8129C14A-B5DF-3205-77AE-96B5E9D7B8D1}"/>
              </a:ext>
            </a:extLst>
          </p:cNvPr>
          <p:cNvSpPr txBox="1"/>
          <p:nvPr/>
        </p:nvSpPr>
        <p:spPr>
          <a:xfrm>
            <a:off x="7599741" y="6105482"/>
            <a:ext cx="4175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ntander Headline" panose="020B0504020201020104" pitchFamily="34" charset="0"/>
              </a:rPr>
              <a:t>**En caso de haber habido cambio de paquete este se actualizará en el fichero SEXPFUCLC</a:t>
            </a:r>
          </a:p>
        </p:txBody>
      </p:sp>
      <p:cxnSp>
        <p:nvCxnSpPr>
          <p:cNvPr id="326" name="Conector recto de flecha 325">
            <a:extLst>
              <a:ext uri="{FF2B5EF4-FFF2-40B4-BE49-F238E27FC236}">
                <a16:creationId xmlns:a16="http://schemas.microsoft.com/office/drawing/2014/main" id="{7CDD5537-6DB9-4A1B-873B-B8C98B9174FD}"/>
              </a:ext>
            </a:extLst>
          </p:cNvPr>
          <p:cNvCxnSpPr>
            <a:cxnSpLocks/>
            <a:stCxn id="14" idx="0"/>
            <a:endCxn id="6" idx="3"/>
          </p:cNvCxnSpPr>
          <p:nvPr/>
        </p:nvCxnSpPr>
        <p:spPr>
          <a:xfrm flipH="1" flipV="1">
            <a:off x="8375255" y="1916125"/>
            <a:ext cx="47617" cy="1537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ector: angular 332">
            <a:extLst>
              <a:ext uri="{FF2B5EF4-FFF2-40B4-BE49-F238E27FC236}">
                <a16:creationId xmlns:a16="http://schemas.microsoft.com/office/drawing/2014/main" id="{D903CB24-9AB3-8AB7-25BB-65BDA1B75C3C}"/>
              </a:ext>
            </a:extLst>
          </p:cNvPr>
          <p:cNvCxnSpPr>
            <a:cxnSpLocks/>
            <a:stCxn id="38" idx="0"/>
            <a:endCxn id="13" idx="2"/>
          </p:cNvCxnSpPr>
          <p:nvPr/>
        </p:nvCxnSpPr>
        <p:spPr>
          <a:xfrm rot="16200000" flipV="1">
            <a:off x="5274354" y="4676728"/>
            <a:ext cx="1106359" cy="696196"/>
          </a:xfrm>
          <a:prstGeom prst="bentConnector3">
            <a:avLst>
              <a:gd name="adj1" fmla="val 863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1" name="CuadroTexto 340">
            <a:extLst>
              <a:ext uri="{FF2B5EF4-FFF2-40B4-BE49-F238E27FC236}">
                <a16:creationId xmlns:a16="http://schemas.microsoft.com/office/drawing/2014/main" id="{BBC576C2-A83E-2E19-4918-4BBAD89B0458}"/>
              </a:ext>
            </a:extLst>
          </p:cNvPr>
          <p:cNvSpPr txBox="1"/>
          <p:nvPr/>
        </p:nvSpPr>
        <p:spPr>
          <a:xfrm>
            <a:off x="3335583" y="5469747"/>
            <a:ext cx="1232154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s-ES" sz="800" dirty="0">
                <a:latin typeface="Santander Headline" panose="020B0504020201020104" pitchFamily="34" charset="0"/>
              </a:rPr>
              <a:t>Validación por parámetro</a:t>
            </a:r>
          </a:p>
        </p:txBody>
      </p:sp>
      <p:sp>
        <p:nvSpPr>
          <p:cNvPr id="4" name="Diagrama de flujo: disco magnético 3">
            <a:extLst>
              <a:ext uri="{FF2B5EF4-FFF2-40B4-BE49-F238E27FC236}">
                <a16:creationId xmlns:a16="http://schemas.microsoft.com/office/drawing/2014/main" id="{E0C378F7-DA1D-92BA-EA58-ADED18E99254}"/>
              </a:ext>
            </a:extLst>
          </p:cNvPr>
          <p:cNvSpPr/>
          <p:nvPr/>
        </p:nvSpPr>
        <p:spPr>
          <a:xfrm>
            <a:off x="10702927" y="1788264"/>
            <a:ext cx="1121879" cy="578095"/>
          </a:xfrm>
          <a:prstGeom prst="flowChartMagneticDisk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Santander Headline" panose="020B0504020201020104" pitchFamily="34" charset="0"/>
              </a:rPr>
              <a:t>SEXPFUPEN</a:t>
            </a:r>
          </a:p>
        </p:txBody>
      </p:sp>
    </p:spTree>
    <p:extLst>
      <p:ext uri="{BB962C8B-B14F-4D97-AF65-F5344CB8AC3E}">
        <p14:creationId xmlns:p14="http://schemas.microsoft.com/office/powerpoint/2010/main" val="9710062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79e593-7a7a-4a93-a7e9-1e1a6be1bf05" xsi:nil="true"/>
    <lcf76f155ced4ddcb4097134ff3c332f xmlns="a9281935-c3f6-4cca-a23a-4efe748bfdd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C59D5632262C4E81E50CA9E75CC664" ma:contentTypeVersion="16" ma:contentTypeDescription="Create a new document." ma:contentTypeScope="" ma:versionID="39781feec2e3bfb13d9e34c1c6072a78">
  <xsd:schema xmlns:xsd="http://www.w3.org/2001/XMLSchema" xmlns:xs="http://www.w3.org/2001/XMLSchema" xmlns:p="http://schemas.microsoft.com/office/2006/metadata/properties" xmlns:ns2="a9281935-c3f6-4cca-a23a-4efe748bfdd8" xmlns:ns3="8179e593-7a7a-4a93-a7e9-1e1a6be1bf05" targetNamespace="http://schemas.microsoft.com/office/2006/metadata/properties" ma:root="true" ma:fieldsID="890f4afe4e6e6b0a9f2197773315e4d7" ns2:_="" ns3:_="">
    <xsd:import namespace="a9281935-c3f6-4cca-a23a-4efe748bfdd8"/>
    <xsd:import namespace="8179e593-7a7a-4a93-a7e9-1e1a6be1bf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81935-c3f6-4cca-a23a-4efe748bfd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9e593-7a7a-4a93-a7e9-1e1a6be1bf0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4a647b85-91e5-49dd-bd24-984a726d585e}" ma:internalName="TaxCatchAll" ma:showField="CatchAllData" ma:web="8179e593-7a7a-4a93-a7e9-1e1a6be1bf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12F5A3-233A-4384-B4C2-C387FACEE89D}">
  <ds:schemaRefs>
    <ds:schemaRef ds:uri="http://schemas.microsoft.com/office/2006/metadata/properties"/>
    <ds:schemaRef ds:uri="http://schemas.microsoft.com/office/infopath/2007/PartnerControls"/>
    <ds:schemaRef ds:uri="8179e593-7a7a-4a93-a7e9-1e1a6be1bf05"/>
    <ds:schemaRef ds:uri="a9281935-c3f6-4cca-a23a-4efe748bfdd8"/>
  </ds:schemaRefs>
</ds:datastoreItem>
</file>

<file path=customXml/itemProps2.xml><?xml version="1.0" encoding="utf-8"?>
<ds:datastoreItem xmlns:ds="http://schemas.openxmlformats.org/officeDocument/2006/customXml" ds:itemID="{6CCF854B-35A8-405E-9BB4-95EFEE683D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637C59-3B72-40D2-8DD3-758C621CE02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PresentationFormat>Panorámica</PresentationFormat>
  <Paragraphs>164</Paragraphs>
  <Slides>4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Santander Headline</vt:lpstr>
      <vt:lpstr>Santander Text</vt:lpstr>
      <vt:lpstr>Tema de Office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Produban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Yelamos Carballares Laura</dc:creator>
  <cp:lastModifiedBy>Pahissa Jimenez Ana</cp:lastModifiedBy>
  <cp:revision>3</cp:revision>
  <dcterms:created xsi:type="dcterms:W3CDTF">2025-12-15T16:43:07Z</dcterms:created>
  <dcterms:modified xsi:type="dcterms:W3CDTF">2026-02-24T07:57:51Z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2025-12-15T17:49:31Z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96e6928e-44a8-4474-8508-7b030f67c685</vt:lpwstr>
  </property>
  <property fmtid="{D5CDD505-2E9C-101B-9397-08002B2CF9AE}" pid="8" name="MSIP_Label_41b88ec2-a72b-4523-9e84-0458a1764731_ContentBits">
    <vt:lpwstr>0</vt:lpwstr>
  </property>
  <property fmtid="{D5CDD505-2E9C-101B-9397-08002B2CF9AE}" pid="9" name="MSIP_Label_41b88ec2-a72b-4523-9e84-0458a1764731_Tag">
    <vt:lpwstr>10, 0, 1, 1</vt:lpwstr>
  </property>
  <property fmtid="{D5CDD505-2E9C-101B-9397-08002B2CF9AE}" pid="10" name="ContentTypeId">
    <vt:lpwstr>0x010100BAC59D5632262C4E81E50CA9E75CC664</vt:lpwstr>
  </property>
  <property fmtid="{D5CDD505-2E9C-101B-9397-08002B2CF9AE}" pid="11" name="MediaServiceImageTags">
    <vt:lpwstr/>
  </property>
</Properties>
</file>